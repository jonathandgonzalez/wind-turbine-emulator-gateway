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7" r:id="rId7"/>
    <p:sldId id="269" r:id="rId8"/>
    <p:sldId id="261" r:id="rId9"/>
    <p:sldId id="262" r:id="rId10"/>
    <p:sldId id="265" r:id="rId11"/>
    <p:sldId id="266" r:id="rId12"/>
    <p:sldId id="263" r:id="rId13"/>
    <p:sldId id="270" r:id="rId14"/>
    <p:sldId id="264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6A3291-783D-B3BC-E53A-9BC578F3DB33}" v="38" dt="2026-05-11T01:33:00.087"/>
    <p1510:client id="{E51FDE5D-BA73-6C29-D44E-F19F52F80815}" v="44" dt="2026-05-11T00:55:08.838"/>
    <p1510:client id="{E715A80F-309E-7FF5-745D-A5B2B5CE6EC4}" v="349" dt="2026-05-11T13:39:07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David Gonzalez Cubides" userId="33c9bd55-9609-4035-b5d7-f35bf3c3fd5c" providerId="ADAL" clId="{0A51B5F0-3402-42F9-BC51-F34710D13C15}"/>
    <pc:docChg chg="custSel modSld">
      <pc:chgData name="Jonathan David Gonzalez Cubides" userId="33c9bd55-9609-4035-b5d7-f35bf3c3fd5c" providerId="ADAL" clId="{0A51B5F0-3402-42F9-BC51-F34710D13C15}" dt="2026-05-10T23:07:18.710" v="178" actId="20577"/>
      <pc:docMkLst>
        <pc:docMk/>
      </pc:docMkLst>
      <pc:sldChg chg="modSp mod">
        <pc:chgData name="Jonathan David Gonzalez Cubides" userId="33c9bd55-9609-4035-b5d7-f35bf3c3fd5c" providerId="ADAL" clId="{0A51B5F0-3402-42F9-BC51-F34710D13C15}" dt="2026-05-10T23:02:17.610" v="7" actId="20577"/>
        <pc:sldMkLst>
          <pc:docMk/>
          <pc:sldMk cId="0" sldId="256"/>
        </pc:sldMkLst>
        <pc:spChg chg="mod">
          <ac:chgData name="Jonathan David Gonzalez Cubides" userId="33c9bd55-9609-4035-b5d7-f35bf3c3fd5c" providerId="ADAL" clId="{0A51B5F0-3402-42F9-BC51-F34710D13C15}" dt="2026-05-10T23:02:17.610" v="7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Jonathan David Gonzalez Cubides" userId="33c9bd55-9609-4035-b5d7-f35bf3c3fd5c" providerId="ADAL" clId="{0A51B5F0-3402-42F9-BC51-F34710D13C15}" dt="2026-05-10T23:03:48.810" v="79" actId="20577"/>
        <pc:sldMkLst>
          <pc:docMk/>
          <pc:sldMk cId="0" sldId="258"/>
        </pc:sldMkLst>
        <pc:spChg chg="mod">
          <ac:chgData name="Jonathan David Gonzalez Cubides" userId="33c9bd55-9609-4035-b5d7-f35bf3c3fd5c" providerId="ADAL" clId="{0A51B5F0-3402-42F9-BC51-F34710D13C15}" dt="2026-05-10T23:03:48.810" v="79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Jonathan David Gonzalez Cubides" userId="33c9bd55-9609-4035-b5d7-f35bf3c3fd5c" providerId="ADAL" clId="{0A51B5F0-3402-42F9-BC51-F34710D13C15}" dt="2026-05-10T23:02:42.426" v="9" actId="20577"/>
          <ac:spMkLst>
            <pc:docMk/>
            <pc:sldMk cId="0" sldId="258"/>
            <ac:spMk id="24" creationId="{00000000-0000-0000-0000-000000000000}"/>
          </ac:spMkLst>
        </pc:spChg>
      </pc:sldChg>
      <pc:sldChg chg="modSp mod">
        <pc:chgData name="Jonathan David Gonzalez Cubides" userId="33c9bd55-9609-4035-b5d7-f35bf3c3fd5c" providerId="ADAL" clId="{0A51B5F0-3402-42F9-BC51-F34710D13C15}" dt="2026-05-10T23:07:18.710" v="178" actId="20577"/>
        <pc:sldMkLst>
          <pc:docMk/>
          <pc:sldMk cId="0" sldId="261"/>
        </pc:sldMkLst>
        <pc:spChg chg="mod">
          <ac:chgData name="Jonathan David Gonzalez Cubides" userId="33c9bd55-9609-4035-b5d7-f35bf3c3fd5c" providerId="ADAL" clId="{0A51B5F0-3402-42F9-BC51-F34710D13C15}" dt="2026-05-10T23:07:18.710" v="178" actId="20577"/>
          <ac:spMkLst>
            <pc:docMk/>
            <pc:sldMk cId="0" sldId="261"/>
            <ac:spMk id="25" creationId="{00000000-0000-0000-0000-000000000000}"/>
          </ac:spMkLst>
        </pc:spChg>
      </pc:sldChg>
    </pc:docChg>
  </pc:docChgLst>
  <pc:docChgLst>
    <pc:chgData name="Juan David Roa Ballen" userId="S::jd.roab1@uniandes.edu.co::e379ee85-3390-4472-81cd-c690e044d08e" providerId="AD" clId="Web-{E715A80F-309E-7FF5-745D-A5B2B5CE6EC4}"/>
    <pc:docChg chg="addSld delSld modSld">
      <pc:chgData name="Juan David Roa Ballen" userId="S::jd.roab1@uniandes.edu.co::e379ee85-3390-4472-81cd-c690e044d08e" providerId="AD" clId="Web-{E715A80F-309E-7FF5-745D-A5B2B5CE6EC4}" dt="2026-05-11T13:39:07.290" v="328" actId="1076"/>
      <pc:docMkLst>
        <pc:docMk/>
      </pc:docMkLst>
      <pc:sldChg chg="addSp delSp modSp">
        <pc:chgData name="Juan David Roa Ballen" userId="S::jd.roab1@uniandes.edu.co::e379ee85-3390-4472-81cd-c690e044d08e" providerId="AD" clId="Web-{E715A80F-309E-7FF5-745D-A5B2B5CE6EC4}" dt="2026-05-11T12:58:02.095" v="43" actId="14100"/>
        <pc:sldMkLst>
          <pc:docMk/>
          <pc:sldMk cId="0" sldId="256"/>
        </pc:sldMkLst>
        <pc:spChg chg="mod">
          <ac:chgData name="Juan David Roa Ballen" userId="S::jd.roab1@uniandes.edu.co::e379ee85-3390-4472-81cd-c690e044d08e" providerId="AD" clId="Web-{E715A80F-309E-7FF5-745D-A5B2B5CE6EC4}" dt="2026-05-11T12:55:27.298" v="5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Juan David Roa Ballen" userId="S::jd.roab1@uniandes.edu.co::e379ee85-3390-4472-81cd-c690e044d08e" providerId="AD" clId="Web-{E715A80F-309E-7FF5-745D-A5B2B5CE6EC4}" dt="2026-05-11T12:55:54.079" v="6" actId="20577"/>
          <ac:spMkLst>
            <pc:docMk/>
            <pc:sldMk cId="0" sldId="256"/>
            <ac:spMk id="12" creationId="{00000000-0000-0000-0000-000000000000}"/>
          </ac:spMkLst>
        </pc:spChg>
        <pc:spChg chg="add mod">
          <ac:chgData name="Juan David Roa Ballen" userId="S::jd.roab1@uniandes.edu.co::e379ee85-3390-4472-81cd-c690e044d08e" providerId="AD" clId="Web-{E715A80F-309E-7FF5-745D-A5B2B5CE6EC4}" dt="2026-05-11T12:58:02.095" v="43" actId="14100"/>
          <ac:spMkLst>
            <pc:docMk/>
            <pc:sldMk cId="0" sldId="256"/>
            <ac:spMk id="13" creationId="{FBBFBF18-5E3C-3690-20BC-A0DF75BA2FF1}"/>
          </ac:spMkLst>
        </pc:spChg>
        <pc:spChg chg="add del">
          <ac:chgData name="Juan David Roa Ballen" userId="S::jd.roab1@uniandes.edu.co::e379ee85-3390-4472-81cd-c690e044d08e" providerId="AD" clId="Web-{E715A80F-309E-7FF5-745D-A5B2B5CE6EC4}" dt="2026-05-11T12:56:07.938" v="9"/>
          <ac:spMkLst>
            <pc:docMk/>
            <pc:sldMk cId="0" sldId="256"/>
            <ac:spMk id="14" creationId="{25C0D04D-09E9-4FA1-17B9-56BE8453EB2E}"/>
          </ac:spMkLst>
        </pc:spChg>
      </pc:sldChg>
      <pc:sldChg chg="addSp modSp">
        <pc:chgData name="Juan David Roa Ballen" userId="S::jd.roab1@uniandes.edu.co::e379ee85-3390-4472-81cd-c690e044d08e" providerId="AD" clId="Web-{E715A80F-309E-7FF5-745D-A5B2B5CE6EC4}" dt="2026-05-11T13:36:52.524" v="321" actId="20577"/>
        <pc:sldMkLst>
          <pc:docMk/>
          <pc:sldMk cId="0" sldId="257"/>
        </pc:sldMkLst>
        <pc:spChg chg="mod">
          <ac:chgData name="Juan David Roa Ballen" userId="S::jd.roab1@uniandes.edu.co::e379ee85-3390-4472-81cd-c690e044d08e" providerId="AD" clId="Web-{E715A80F-309E-7FF5-745D-A5B2B5CE6EC4}" dt="2026-05-11T13:36:52.524" v="321" actId="20577"/>
          <ac:spMkLst>
            <pc:docMk/>
            <pc:sldMk cId="0" sldId="257"/>
            <ac:spMk id="34" creationId="{00000000-0000-0000-0000-000000000000}"/>
          </ac:spMkLst>
        </pc:spChg>
        <pc:spChg chg="add mod">
          <ac:chgData name="Juan David Roa Ballen" userId="S::jd.roab1@uniandes.edu.co::e379ee85-3390-4472-81cd-c690e044d08e" providerId="AD" clId="Web-{E715A80F-309E-7FF5-745D-A5B2B5CE6EC4}" dt="2026-05-11T12:58:06.517" v="44" actId="14100"/>
          <ac:spMkLst>
            <pc:docMk/>
            <pc:sldMk cId="0" sldId="257"/>
            <ac:spMk id="36" creationId="{65D57F82-2EC0-0FCC-19A7-E2C812E8AD31}"/>
          </ac:spMkLst>
        </pc:spChg>
      </pc:sldChg>
      <pc:sldChg chg="addSp modSp">
        <pc:chgData name="Juan David Roa Ballen" userId="S::jd.roab1@uniandes.edu.co::e379ee85-3390-4472-81cd-c690e044d08e" providerId="AD" clId="Web-{E715A80F-309E-7FF5-745D-A5B2B5CE6EC4}" dt="2026-05-11T12:57:45.845" v="37" actId="20577"/>
        <pc:sldMkLst>
          <pc:docMk/>
          <pc:sldMk cId="0" sldId="258"/>
        </pc:sldMkLst>
        <pc:spChg chg="mod">
          <ac:chgData name="Juan David Roa Ballen" userId="S::jd.roab1@uniandes.edu.co::e379ee85-3390-4472-81cd-c690e044d08e" providerId="AD" clId="Web-{E715A80F-309E-7FF5-745D-A5B2B5CE6EC4}" dt="2026-05-11T12:57:45.845" v="37" actId="20577"/>
          <ac:spMkLst>
            <pc:docMk/>
            <pc:sldMk cId="0" sldId="258"/>
            <ac:spMk id="24" creationId="{00000000-0000-0000-0000-000000000000}"/>
          </ac:spMkLst>
        </pc:spChg>
        <pc:spChg chg="add mod">
          <ac:chgData name="Juan David Roa Ballen" userId="S::jd.roab1@uniandes.edu.co::e379ee85-3390-4472-81cd-c690e044d08e" providerId="AD" clId="Web-{E715A80F-309E-7FF5-745D-A5B2B5CE6EC4}" dt="2026-05-11T12:57:24.251" v="25" actId="20577"/>
          <ac:spMkLst>
            <pc:docMk/>
            <pc:sldMk cId="0" sldId="258"/>
            <ac:spMk id="26" creationId="{0E598411-53D4-F26B-1E0A-B8E56D942EA2}"/>
          </ac:spMkLst>
        </pc:spChg>
      </pc:sldChg>
      <pc:sldChg chg="addSp modSp">
        <pc:chgData name="Juan David Roa Ballen" userId="S::jd.roab1@uniandes.edu.co::e379ee85-3390-4472-81cd-c690e044d08e" providerId="AD" clId="Web-{E715A80F-309E-7FF5-745D-A5B2B5CE6EC4}" dt="2026-05-11T12:57:56.001" v="42" actId="20577"/>
        <pc:sldMkLst>
          <pc:docMk/>
          <pc:sldMk cId="0" sldId="259"/>
        </pc:sldMkLst>
        <pc:spChg chg="add mod">
          <ac:chgData name="Juan David Roa Ballen" userId="S::jd.roab1@uniandes.edu.co::e379ee85-3390-4472-81cd-c690e044d08e" providerId="AD" clId="Web-{E715A80F-309E-7FF5-745D-A5B2B5CE6EC4}" dt="2026-05-11T12:57:56.001" v="42" actId="20577"/>
          <ac:spMkLst>
            <pc:docMk/>
            <pc:sldMk cId="0" sldId="259"/>
            <ac:spMk id="25" creationId="{CE9E22F4-2976-BA35-650F-4091545A245D}"/>
          </ac:spMkLst>
        </pc:spChg>
      </pc:sldChg>
      <pc:sldChg chg="addSp delSp modSp">
        <pc:chgData name="Juan David Roa Ballen" userId="S::jd.roab1@uniandes.edu.co::e379ee85-3390-4472-81cd-c690e044d08e" providerId="AD" clId="Web-{E715A80F-309E-7FF5-745D-A5B2B5CE6EC4}" dt="2026-05-11T13:07:56.894" v="106"/>
        <pc:sldMkLst>
          <pc:docMk/>
          <pc:sldMk cId="0" sldId="260"/>
        </pc:sldMkLst>
        <pc:spChg chg="add mod">
          <ac:chgData name="Juan David Roa Ballen" userId="S::jd.roab1@uniandes.edu.co::e379ee85-3390-4472-81cd-c690e044d08e" providerId="AD" clId="Web-{E715A80F-309E-7FF5-745D-A5B2B5CE6EC4}" dt="2026-05-11T12:58:13.455" v="46" actId="20577"/>
          <ac:spMkLst>
            <pc:docMk/>
            <pc:sldMk cId="0" sldId="260"/>
            <ac:spMk id="26" creationId="{73CFD362-A635-6291-0D2E-D2CA4E4B7D54}"/>
          </ac:spMkLst>
        </pc:spChg>
        <pc:spChg chg="add del">
          <ac:chgData name="Juan David Roa Ballen" userId="S::jd.roab1@uniandes.edu.co::e379ee85-3390-4472-81cd-c690e044d08e" providerId="AD" clId="Web-{E715A80F-309E-7FF5-745D-A5B2B5CE6EC4}" dt="2026-05-11T13:07:56.894" v="106"/>
          <ac:spMkLst>
            <pc:docMk/>
            <pc:sldMk cId="0" sldId="260"/>
            <ac:spMk id="28" creationId="{5EB96B12-A8AB-3320-1612-2149EE5B0D8D}"/>
          </ac:spMkLst>
        </pc:spChg>
        <pc:spChg chg="add del">
          <ac:chgData name="Juan David Roa Ballen" userId="S::jd.roab1@uniandes.edu.co::e379ee85-3390-4472-81cd-c690e044d08e" providerId="AD" clId="Web-{E715A80F-309E-7FF5-745D-A5B2B5CE6EC4}" dt="2026-05-11T13:07:56.894" v="105"/>
          <ac:spMkLst>
            <pc:docMk/>
            <pc:sldMk cId="0" sldId="260"/>
            <ac:spMk id="30" creationId="{5B4D8032-AF06-78FD-849B-648F80B23C5C}"/>
          </ac:spMkLst>
        </pc:spChg>
        <pc:spChg chg="add del">
          <ac:chgData name="Juan David Roa Ballen" userId="S::jd.roab1@uniandes.edu.co::e379ee85-3390-4472-81cd-c690e044d08e" providerId="AD" clId="Web-{E715A80F-309E-7FF5-745D-A5B2B5CE6EC4}" dt="2026-05-11T13:07:56.894" v="104"/>
          <ac:spMkLst>
            <pc:docMk/>
            <pc:sldMk cId="0" sldId="260"/>
            <ac:spMk id="31" creationId="{099D4D44-98D3-295D-D042-10593CDE0DC2}"/>
          </ac:spMkLst>
        </pc:spChg>
      </pc:sldChg>
      <pc:sldChg chg="addSp modSp">
        <pc:chgData name="Juan David Roa Ballen" userId="S::jd.roab1@uniandes.edu.co::e379ee85-3390-4472-81cd-c690e044d08e" providerId="AD" clId="Web-{E715A80F-309E-7FF5-745D-A5B2B5CE6EC4}" dt="2026-05-11T13:27:49.865" v="144" actId="1076"/>
        <pc:sldMkLst>
          <pc:docMk/>
          <pc:sldMk cId="0" sldId="261"/>
        </pc:sldMkLst>
        <pc:spChg chg="mod">
          <ac:chgData name="Juan David Roa Ballen" userId="S::jd.roab1@uniandes.edu.co::e379ee85-3390-4472-81cd-c690e044d08e" providerId="AD" clId="Web-{E715A80F-309E-7FF5-745D-A5B2B5CE6EC4}" dt="2026-05-11T13:27:49.865" v="144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Juan David Roa Ballen" userId="S::jd.roab1@uniandes.edu.co::e379ee85-3390-4472-81cd-c690e044d08e" providerId="AD" clId="Web-{E715A80F-309E-7FF5-745D-A5B2B5CE6EC4}" dt="2026-05-11T13:01:23.221" v="78" actId="1076"/>
          <ac:spMkLst>
            <pc:docMk/>
            <pc:sldMk cId="0" sldId="261"/>
            <ac:spMk id="11" creationId="{00000000-0000-0000-0000-000000000000}"/>
          </ac:spMkLst>
        </pc:spChg>
        <pc:spChg chg="add mod">
          <ac:chgData name="Juan David Roa Ballen" userId="S::jd.roab1@uniandes.edu.co::e379ee85-3390-4472-81cd-c690e044d08e" providerId="AD" clId="Web-{E715A80F-309E-7FF5-745D-A5B2B5CE6EC4}" dt="2026-05-11T13:18:19.911" v="137" actId="20577"/>
          <ac:spMkLst>
            <pc:docMk/>
            <pc:sldMk cId="0" sldId="261"/>
            <ac:spMk id="27" creationId="{E6386222-DBC1-5DC2-3924-9FEAD0AEA68B}"/>
          </ac:spMkLst>
        </pc:spChg>
      </pc:sldChg>
      <pc:sldChg chg="addSp delSp modSp">
        <pc:chgData name="Juan David Roa Ballen" userId="S::jd.roab1@uniandes.edu.co::e379ee85-3390-4472-81cd-c690e044d08e" providerId="AD" clId="Web-{E715A80F-309E-7FF5-745D-A5B2B5CE6EC4}" dt="2026-05-11T13:32:16.148" v="203" actId="20577"/>
        <pc:sldMkLst>
          <pc:docMk/>
          <pc:sldMk cId="0" sldId="262"/>
        </pc:sldMkLst>
        <pc:spChg chg="add del mod">
          <ac:chgData name="Juan David Roa Ballen" userId="S::jd.roab1@uniandes.edu.co::e379ee85-3390-4472-81cd-c690e044d08e" providerId="AD" clId="Web-{E715A80F-309E-7FF5-745D-A5B2B5CE6EC4}" dt="2026-05-11T13:32:16.148" v="203" actId="20577"/>
          <ac:spMkLst>
            <pc:docMk/>
            <pc:sldMk cId="0" sldId="262"/>
            <ac:spMk id="28" creationId="{00000000-0000-0000-0000-000000000000}"/>
          </ac:spMkLst>
        </pc:spChg>
        <pc:spChg chg="add mod">
          <ac:chgData name="Juan David Roa Ballen" userId="S::jd.roab1@uniandes.edu.co::e379ee85-3390-4472-81cd-c690e044d08e" providerId="AD" clId="Web-{E715A80F-309E-7FF5-745D-A5B2B5CE6EC4}" dt="2026-05-11T13:18:31.052" v="138" actId="20577"/>
          <ac:spMkLst>
            <pc:docMk/>
            <pc:sldMk cId="0" sldId="262"/>
            <ac:spMk id="32" creationId="{206AA3C2-E8DD-56B7-8F71-59774ED9FE7A}"/>
          </ac:spMkLst>
        </pc:spChg>
      </pc:sldChg>
      <pc:sldChg chg="addSp delSp modSp">
        <pc:chgData name="Juan David Roa Ballen" userId="S::jd.roab1@uniandes.edu.co::e379ee85-3390-4472-81cd-c690e044d08e" providerId="AD" clId="Web-{E715A80F-309E-7FF5-745D-A5B2B5CE6EC4}" dt="2026-05-11T13:34:10.117" v="302" actId="20577"/>
        <pc:sldMkLst>
          <pc:docMk/>
          <pc:sldMk cId="0" sldId="263"/>
        </pc:sldMkLst>
        <pc:spChg chg="add del mod">
          <ac:chgData name="Juan David Roa Ballen" userId="S::jd.roab1@uniandes.edu.co::e379ee85-3390-4472-81cd-c690e044d08e" providerId="AD" clId="Web-{E715A80F-309E-7FF5-745D-A5B2B5CE6EC4}" dt="2026-05-11T13:34:10.117" v="302" actId="20577"/>
          <ac:spMkLst>
            <pc:docMk/>
            <pc:sldMk cId="0" sldId="263"/>
            <ac:spMk id="6" creationId="{00000000-0000-0000-0000-000000000000}"/>
          </ac:spMkLst>
        </pc:spChg>
        <pc:spChg chg="add del">
          <ac:chgData name="Juan David Roa Ballen" userId="S::jd.roab1@uniandes.edu.co::e379ee85-3390-4472-81cd-c690e044d08e" providerId="AD" clId="Web-{E715A80F-309E-7FF5-745D-A5B2B5CE6EC4}" dt="2026-05-11T13:32:31.757" v="291"/>
          <ac:spMkLst>
            <pc:docMk/>
            <pc:sldMk cId="0" sldId="263"/>
            <ac:spMk id="7" creationId="{00000000-0000-0000-0000-000000000000}"/>
          </ac:spMkLst>
        </pc:spChg>
        <pc:spChg chg="add del">
          <ac:chgData name="Juan David Roa Ballen" userId="S::jd.roab1@uniandes.edu.co::e379ee85-3390-4472-81cd-c690e044d08e" providerId="AD" clId="Web-{E715A80F-309E-7FF5-745D-A5B2B5CE6EC4}" dt="2026-05-11T13:32:31.757" v="290"/>
          <ac:spMkLst>
            <pc:docMk/>
            <pc:sldMk cId="0" sldId="263"/>
            <ac:spMk id="8" creationId="{00000000-0000-0000-0000-000000000000}"/>
          </ac:spMkLst>
        </pc:spChg>
        <pc:spChg chg="add del">
          <ac:chgData name="Juan David Roa Ballen" userId="S::jd.roab1@uniandes.edu.co::e379ee85-3390-4472-81cd-c690e044d08e" providerId="AD" clId="Web-{E715A80F-309E-7FF5-745D-A5B2B5CE6EC4}" dt="2026-05-11T13:32:31.757" v="289"/>
          <ac:spMkLst>
            <pc:docMk/>
            <pc:sldMk cId="0" sldId="263"/>
            <ac:spMk id="9" creationId="{00000000-0000-0000-0000-000000000000}"/>
          </ac:spMkLst>
        </pc:spChg>
        <pc:spChg chg="add del">
          <ac:chgData name="Juan David Roa Ballen" userId="S::jd.roab1@uniandes.edu.co::e379ee85-3390-4472-81cd-c690e044d08e" providerId="AD" clId="Web-{E715A80F-309E-7FF5-745D-A5B2B5CE6EC4}" dt="2026-05-11T13:32:31.742" v="288"/>
          <ac:spMkLst>
            <pc:docMk/>
            <pc:sldMk cId="0" sldId="263"/>
            <ac:spMk id="10" creationId="{00000000-0000-0000-0000-000000000000}"/>
          </ac:spMkLst>
        </pc:spChg>
        <pc:spChg chg="add del">
          <ac:chgData name="Juan David Roa Ballen" userId="S::jd.roab1@uniandes.edu.co::e379ee85-3390-4472-81cd-c690e044d08e" providerId="AD" clId="Web-{E715A80F-309E-7FF5-745D-A5B2B5CE6EC4}" dt="2026-05-11T13:32:31.742" v="287"/>
          <ac:spMkLst>
            <pc:docMk/>
            <pc:sldMk cId="0" sldId="263"/>
            <ac:spMk id="11" creationId="{00000000-0000-0000-0000-000000000000}"/>
          </ac:spMkLst>
        </pc:spChg>
        <pc:spChg chg="add del">
          <ac:chgData name="Juan David Roa Ballen" userId="S::jd.roab1@uniandes.edu.co::e379ee85-3390-4472-81cd-c690e044d08e" providerId="AD" clId="Web-{E715A80F-309E-7FF5-745D-A5B2B5CE6EC4}" dt="2026-05-11T13:32:31.742" v="286"/>
          <ac:spMkLst>
            <pc:docMk/>
            <pc:sldMk cId="0" sldId="263"/>
            <ac:spMk id="12" creationId="{00000000-0000-0000-0000-000000000000}"/>
          </ac:spMkLst>
        </pc:spChg>
        <pc:spChg chg="add del">
          <ac:chgData name="Juan David Roa Ballen" userId="S::jd.roab1@uniandes.edu.co::e379ee85-3390-4472-81cd-c690e044d08e" providerId="AD" clId="Web-{E715A80F-309E-7FF5-745D-A5B2B5CE6EC4}" dt="2026-05-11T13:32:31.742" v="285"/>
          <ac:spMkLst>
            <pc:docMk/>
            <pc:sldMk cId="0" sldId="263"/>
            <ac:spMk id="13" creationId="{00000000-0000-0000-0000-000000000000}"/>
          </ac:spMkLst>
        </pc:spChg>
        <pc:spChg chg="add del">
          <ac:chgData name="Juan David Roa Ballen" userId="S::jd.roab1@uniandes.edu.co::e379ee85-3390-4472-81cd-c690e044d08e" providerId="AD" clId="Web-{E715A80F-309E-7FF5-745D-A5B2B5CE6EC4}" dt="2026-05-11T13:32:31.742" v="284"/>
          <ac:spMkLst>
            <pc:docMk/>
            <pc:sldMk cId="0" sldId="263"/>
            <ac:spMk id="14" creationId="{00000000-0000-0000-0000-000000000000}"/>
          </ac:spMkLst>
        </pc:spChg>
        <pc:spChg chg="add del">
          <ac:chgData name="Juan David Roa Ballen" userId="S::jd.roab1@uniandes.edu.co::e379ee85-3390-4472-81cd-c690e044d08e" providerId="AD" clId="Web-{E715A80F-309E-7FF5-745D-A5B2B5CE6EC4}" dt="2026-05-11T13:32:31.742" v="283"/>
          <ac:spMkLst>
            <pc:docMk/>
            <pc:sldMk cId="0" sldId="263"/>
            <ac:spMk id="15" creationId="{00000000-0000-0000-0000-000000000000}"/>
          </ac:spMkLst>
        </pc:spChg>
        <pc:spChg chg="add del">
          <ac:chgData name="Juan David Roa Ballen" userId="S::jd.roab1@uniandes.edu.co::e379ee85-3390-4472-81cd-c690e044d08e" providerId="AD" clId="Web-{E715A80F-309E-7FF5-745D-A5B2B5CE6EC4}" dt="2026-05-11T13:32:31.742" v="282"/>
          <ac:spMkLst>
            <pc:docMk/>
            <pc:sldMk cId="0" sldId="263"/>
            <ac:spMk id="16" creationId="{00000000-0000-0000-0000-000000000000}"/>
          </ac:spMkLst>
        </pc:spChg>
        <pc:spChg chg="add del">
          <ac:chgData name="Juan David Roa Ballen" userId="S::jd.roab1@uniandes.edu.co::e379ee85-3390-4472-81cd-c690e044d08e" providerId="AD" clId="Web-{E715A80F-309E-7FF5-745D-A5B2B5CE6EC4}" dt="2026-05-11T13:32:31.742" v="281"/>
          <ac:spMkLst>
            <pc:docMk/>
            <pc:sldMk cId="0" sldId="263"/>
            <ac:spMk id="17" creationId="{00000000-0000-0000-0000-000000000000}"/>
          </ac:spMkLst>
        </pc:spChg>
        <pc:spChg chg="add del">
          <ac:chgData name="Juan David Roa Ballen" userId="S::jd.roab1@uniandes.edu.co::e379ee85-3390-4472-81cd-c690e044d08e" providerId="AD" clId="Web-{E715A80F-309E-7FF5-745D-A5B2B5CE6EC4}" dt="2026-05-11T13:32:31.742" v="280"/>
          <ac:spMkLst>
            <pc:docMk/>
            <pc:sldMk cId="0" sldId="263"/>
            <ac:spMk id="18" creationId="{00000000-0000-0000-0000-000000000000}"/>
          </ac:spMkLst>
        </pc:spChg>
        <pc:spChg chg="add del">
          <ac:chgData name="Juan David Roa Ballen" userId="S::jd.roab1@uniandes.edu.co::e379ee85-3390-4472-81cd-c690e044d08e" providerId="AD" clId="Web-{E715A80F-309E-7FF5-745D-A5B2B5CE6EC4}" dt="2026-05-11T13:32:31.742" v="279"/>
          <ac:spMkLst>
            <pc:docMk/>
            <pc:sldMk cId="0" sldId="263"/>
            <ac:spMk id="19" creationId="{00000000-0000-0000-0000-000000000000}"/>
          </ac:spMkLst>
        </pc:spChg>
        <pc:spChg chg="add del">
          <ac:chgData name="Juan David Roa Ballen" userId="S::jd.roab1@uniandes.edu.co::e379ee85-3390-4472-81cd-c690e044d08e" providerId="AD" clId="Web-{E715A80F-309E-7FF5-745D-A5B2B5CE6EC4}" dt="2026-05-11T13:32:31.742" v="278"/>
          <ac:spMkLst>
            <pc:docMk/>
            <pc:sldMk cId="0" sldId="263"/>
            <ac:spMk id="20" creationId="{00000000-0000-0000-0000-000000000000}"/>
          </ac:spMkLst>
        </pc:spChg>
        <pc:spChg chg="add del">
          <ac:chgData name="Juan David Roa Ballen" userId="S::jd.roab1@uniandes.edu.co::e379ee85-3390-4472-81cd-c690e044d08e" providerId="AD" clId="Web-{E715A80F-309E-7FF5-745D-A5B2B5CE6EC4}" dt="2026-05-11T13:32:31.742" v="277"/>
          <ac:spMkLst>
            <pc:docMk/>
            <pc:sldMk cId="0" sldId="263"/>
            <ac:spMk id="21" creationId="{00000000-0000-0000-0000-000000000000}"/>
          </ac:spMkLst>
        </pc:spChg>
        <pc:spChg chg="add del">
          <ac:chgData name="Juan David Roa Ballen" userId="S::jd.roab1@uniandes.edu.co::e379ee85-3390-4472-81cd-c690e044d08e" providerId="AD" clId="Web-{E715A80F-309E-7FF5-745D-A5B2B5CE6EC4}" dt="2026-05-11T13:32:31.742" v="276"/>
          <ac:spMkLst>
            <pc:docMk/>
            <pc:sldMk cId="0" sldId="263"/>
            <ac:spMk id="22" creationId="{00000000-0000-0000-0000-000000000000}"/>
          </ac:spMkLst>
        </pc:spChg>
        <pc:spChg chg="del">
          <ac:chgData name="Juan David Roa Ballen" userId="S::jd.roab1@uniandes.edu.co::e379ee85-3390-4472-81cd-c690e044d08e" providerId="AD" clId="Web-{E715A80F-309E-7FF5-745D-A5B2B5CE6EC4}" dt="2026-05-11T12:59:57.361" v="65"/>
          <ac:spMkLst>
            <pc:docMk/>
            <pc:sldMk cId="0" sldId="263"/>
            <ac:spMk id="23" creationId="{00000000-0000-0000-0000-000000000000}"/>
          </ac:spMkLst>
        </pc:spChg>
        <pc:spChg chg="add mod">
          <ac:chgData name="Juan David Roa Ballen" userId="S::jd.roab1@uniandes.edu.co::e379ee85-3390-4472-81cd-c690e044d08e" providerId="AD" clId="Web-{E715A80F-309E-7FF5-745D-A5B2B5CE6EC4}" dt="2026-05-11T13:31:08.460" v="157" actId="1076"/>
          <ac:spMkLst>
            <pc:docMk/>
            <pc:sldMk cId="0" sldId="263"/>
            <ac:spMk id="25" creationId="{488B6E9C-0D34-02D8-220C-3A111B2ACA62}"/>
          </ac:spMkLst>
        </pc:spChg>
        <pc:picChg chg="add del">
          <ac:chgData name="Juan David Roa Ballen" userId="S::jd.roab1@uniandes.edu.co::e379ee85-3390-4472-81cd-c690e044d08e" providerId="AD" clId="Web-{E715A80F-309E-7FF5-745D-A5B2B5CE6EC4}" dt="2026-05-11T13:32:18.304" v="258"/>
          <ac:picMkLst>
            <pc:docMk/>
            <pc:sldMk cId="0" sldId="263"/>
            <ac:picMk id="5" creationId="{00000000-0000-0000-0000-000000000000}"/>
          </ac:picMkLst>
        </pc:picChg>
        <pc:picChg chg="add del mod">
          <ac:chgData name="Juan David Roa Ballen" userId="S::jd.roab1@uniandes.edu.co::e379ee85-3390-4472-81cd-c690e044d08e" providerId="AD" clId="Web-{E715A80F-309E-7FF5-745D-A5B2B5CE6EC4}" dt="2026-05-11T13:32:11.413" v="183"/>
          <ac:picMkLst>
            <pc:docMk/>
            <pc:sldMk cId="0" sldId="263"/>
            <ac:picMk id="26" creationId="{2EFC0E7D-32F4-D3C8-6F6B-8255C6F23136}"/>
          </ac:picMkLst>
        </pc:picChg>
        <pc:picChg chg="add mod modCrop">
          <ac:chgData name="Juan David Roa Ballen" userId="S::jd.roab1@uniandes.edu.co::e379ee85-3390-4472-81cd-c690e044d08e" providerId="AD" clId="Web-{E715A80F-309E-7FF5-745D-A5B2B5CE6EC4}" dt="2026-05-11T13:32:50.195" v="297" actId="1076"/>
          <ac:picMkLst>
            <pc:docMk/>
            <pc:sldMk cId="0" sldId="263"/>
            <ac:picMk id="27" creationId="{71B5E4D4-5196-A130-2F68-D51837AB020C}"/>
          </ac:picMkLst>
        </pc:picChg>
      </pc:sldChg>
      <pc:sldChg chg="addSp delSp modSp">
        <pc:chgData name="Juan David Roa Ballen" userId="S::jd.roab1@uniandes.edu.co::e379ee85-3390-4472-81cd-c690e044d08e" providerId="AD" clId="Web-{E715A80F-309E-7FF5-745D-A5B2B5CE6EC4}" dt="2026-05-11T13:34:53.164" v="305" actId="20577"/>
        <pc:sldMkLst>
          <pc:docMk/>
          <pc:sldMk cId="0" sldId="264"/>
        </pc:sldMkLst>
        <pc:spChg chg="del">
          <ac:chgData name="Juan David Roa Ballen" userId="S::jd.roab1@uniandes.edu.co::e379ee85-3390-4472-81cd-c690e044d08e" providerId="AD" clId="Web-{E715A80F-309E-7FF5-745D-A5B2B5CE6EC4}" dt="2026-05-11T12:59:38.267" v="64"/>
          <ac:spMkLst>
            <pc:docMk/>
            <pc:sldMk cId="0" sldId="264"/>
            <ac:spMk id="12" creationId="{00000000-0000-0000-0000-000000000000}"/>
          </ac:spMkLst>
        </pc:spChg>
        <pc:spChg chg="add mod">
          <ac:chgData name="Juan David Roa Ballen" userId="S::jd.roab1@uniandes.edu.co::e379ee85-3390-4472-81cd-c690e044d08e" providerId="AD" clId="Web-{E715A80F-309E-7FF5-745D-A5B2B5CE6EC4}" dt="2026-05-11T13:34:53.164" v="305" actId="20577"/>
          <ac:spMkLst>
            <pc:docMk/>
            <pc:sldMk cId="0" sldId="264"/>
            <ac:spMk id="14" creationId="{F1974704-D5C4-477C-1068-055DC0E1FBB7}"/>
          </ac:spMkLst>
        </pc:spChg>
      </pc:sldChg>
      <pc:sldChg chg="addSp modSp">
        <pc:chgData name="Juan David Roa Ballen" userId="S::jd.roab1@uniandes.edu.co::e379ee85-3390-4472-81cd-c690e044d08e" providerId="AD" clId="Web-{E715A80F-309E-7FF5-745D-A5B2B5CE6EC4}" dt="2026-05-11T13:18:34.817" v="139" actId="20577"/>
        <pc:sldMkLst>
          <pc:docMk/>
          <pc:sldMk cId="1144105083" sldId="265"/>
        </pc:sldMkLst>
        <pc:spChg chg="add mod">
          <ac:chgData name="Juan David Roa Ballen" userId="S::jd.roab1@uniandes.edu.co::e379ee85-3390-4472-81cd-c690e044d08e" providerId="AD" clId="Web-{E715A80F-309E-7FF5-745D-A5B2B5CE6EC4}" dt="2026-05-11T13:18:34.817" v="139" actId="20577"/>
          <ac:spMkLst>
            <pc:docMk/>
            <pc:sldMk cId="1144105083" sldId="265"/>
            <ac:spMk id="6" creationId="{CF11D7CB-D5EC-DAB2-8A1F-01E8D1D1DE4C}"/>
          </ac:spMkLst>
        </pc:spChg>
        <pc:picChg chg="mod">
          <ac:chgData name="Juan David Roa Ballen" userId="S::jd.roab1@uniandes.edu.co::e379ee85-3390-4472-81cd-c690e044d08e" providerId="AD" clId="Web-{E715A80F-309E-7FF5-745D-A5B2B5CE6EC4}" dt="2026-05-11T13:01:32.377" v="80" actId="1076"/>
          <ac:picMkLst>
            <pc:docMk/>
            <pc:sldMk cId="1144105083" sldId="265"/>
            <ac:picMk id="31" creationId="{E88F6ADC-1B3C-097E-7FF8-3024C1A00CA0}"/>
          </ac:picMkLst>
        </pc:picChg>
      </pc:sldChg>
      <pc:sldChg chg="addSp delSp modSp">
        <pc:chgData name="Juan David Roa Ballen" userId="S::jd.roab1@uniandes.edu.co::e379ee85-3390-4472-81cd-c690e044d08e" providerId="AD" clId="Web-{E715A80F-309E-7FF5-745D-A5B2B5CE6EC4}" dt="2026-05-11T13:18:36.020" v="141" actId="20577"/>
        <pc:sldMkLst>
          <pc:docMk/>
          <pc:sldMk cId="1793632400" sldId="266"/>
        </pc:sldMkLst>
        <pc:spChg chg="add mod">
          <ac:chgData name="Juan David Roa Ballen" userId="S::jd.roab1@uniandes.edu.co::e379ee85-3390-4472-81cd-c690e044d08e" providerId="AD" clId="Web-{E715A80F-309E-7FF5-745D-A5B2B5CE6EC4}" dt="2026-05-11T13:18:36.020" v="141" actId="20577"/>
          <ac:spMkLst>
            <pc:docMk/>
            <pc:sldMk cId="1793632400" sldId="266"/>
            <ac:spMk id="7" creationId="{B0895A83-DDAB-6B2B-97F8-02166DA05F19}"/>
          </ac:spMkLst>
        </pc:spChg>
        <pc:spChg chg="del">
          <ac:chgData name="Juan David Roa Ballen" userId="S::jd.roab1@uniandes.edu.co::e379ee85-3390-4472-81cd-c690e044d08e" providerId="AD" clId="Web-{E715A80F-309E-7FF5-745D-A5B2B5CE6EC4}" dt="2026-05-11T13:00:14.861" v="66"/>
          <ac:spMkLst>
            <pc:docMk/>
            <pc:sldMk cId="1793632400" sldId="266"/>
            <ac:spMk id="30" creationId="{F35754BD-577F-5E55-5675-B21757267A46}"/>
          </ac:spMkLst>
        </pc:spChg>
        <pc:picChg chg="mod modCrop">
          <ac:chgData name="Juan David Roa Ballen" userId="S::jd.roab1@uniandes.edu.co::e379ee85-3390-4472-81cd-c690e044d08e" providerId="AD" clId="Web-{E715A80F-309E-7FF5-745D-A5B2B5CE6EC4}" dt="2026-05-11T13:01:01.549" v="75" actId="1076"/>
          <ac:picMkLst>
            <pc:docMk/>
            <pc:sldMk cId="1793632400" sldId="266"/>
            <ac:picMk id="5" creationId="{B15F76F3-1F2A-D48F-0BD9-35BA943FF19D}"/>
          </ac:picMkLst>
        </pc:picChg>
      </pc:sldChg>
      <pc:sldChg chg="addSp delSp modSp add replId">
        <pc:chgData name="Juan David Roa Ballen" userId="S::jd.roab1@uniandes.edu.co::e379ee85-3390-4472-81cd-c690e044d08e" providerId="AD" clId="Web-{E715A80F-309E-7FF5-745D-A5B2B5CE6EC4}" dt="2026-05-11T13:18:11.989" v="134" actId="20577"/>
        <pc:sldMkLst>
          <pc:docMk/>
          <pc:sldMk cId="990046695" sldId="267"/>
        </pc:sldMkLst>
        <pc:spChg chg="del">
          <ac:chgData name="Juan David Roa Ballen" userId="S::jd.roab1@uniandes.edu.co::e379ee85-3390-4472-81cd-c690e044d08e" providerId="AD" clId="Web-{E715A80F-309E-7FF5-745D-A5B2B5CE6EC4}" dt="2026-05-11T13:08:23.300" v="114"/>
          <ac:spMkLst>
            <pc:docMk/>
            <pc:sldMk cId="990046695" sldId="267"/>
            <ac:spMk id="6" creationId="{3B7CDA71-38E3-9610-0E9B-830073470E41}"/>
          </ac:spMkLst>
        </pc:spChg>
        <pc:spChg chg="del">
          <ac:chgData name="Juan David Roa Ballen" userId="S::jd.roab1@uniandes.edu.co::e379ee85-3390-4472-81cd-c690e044d08e" providerId="AD" clId="Web-{E715A80F-309E-7FF5-745D-A5B2B5CE6EC4}" dt="2026-05-11T13:07:43.894" v="87"/>
          <ac:spMkLst>
            <pc:docMk/>
            <pc:sldMk cId="990046695" sldId="267"/>
            <ac:spMk id="7" creationId="{E30B2AFD-6BC9-F204-CD91-73CCB16043E9}"/>
          </ac:spMkLst>
        </pc:spChg>
        <pc:spChg chg="del">
          <ac:chgData name="Juan David Roa Ballen" userId="S::jd.roab1@uniandes.edu.co::e379ee85-3390-4472-81cd-c690e044d08e" providerId="AD" clId="Web-{E715A80F-309E-7FF5-745D-A5B2B5CE6EC4}" dt="2026-05-11T13:07:48.097" v="103"/>
          <ac:spMkLst>
            <pc:docMk/>
            <pc:sldMk cId="990046695" sldId="267"/>
            <ac:spMk id="8" creationId="{2F4DA161-A5E0-106B-770D-5C77AE1F7957}"/>
          </ac:spMkLst>
        </pc:spChg>
        <pc:spChg chg="del">
          <ac:chgData name="Juan David Roa Ballen" userId="S::jd.roab1@uniandes.edu.co::e379ee85-3390-4472-81cd-c690e044d08e" providerId="AD" clId="Web-{E715A80F-309E-7FF5-745D-A5B2B5CE6EC4}" dt="2026-05-11T13:07:48.097" v="102"/>
          <ac:spMkLst>
            <pc:docMk/>
            <pc:sldMk cId="990046695" sldId="267"/>
            <ac:spMk id="9" creationId="{4CC1DFBA-F9FA-0D36-0290-862255B30946}"/>
          </ac:spMkLst>
        </pc:spChg>
        <pc:spChg chg="del">
          <ac:chgData name="Juan David Roa Ballen" userId="S::jd.roab1@uniandes.edu.co::e379ee85-3390-4472-81cd-c690e044d08e" providerId="AD" clId="Web-{E715A80F-309E-7FF5-745D-A5B2B5CE6EC4}" dt="2026-05-11T13:07:48.097" v="101"/>
          <ac:spMkLst>
            <pc:docMk/>
            <pc:sldMk cId="990046695" sldId="267"/>
            <ac:spMk id="10" creationId="{C393F5EE-414C-E073-76C8-9EBB1F0CABE9}"/>
          </ac:spMkLst>
        </pc:spChg>
        <pc:spChg chg="del">
          <ac:chgData name="Juan David Roa Ballen" userId="S::jd.roab1@uniandes.edu.co::e379ee85-3390-4472-81cd-c690e044d08e" providerId="AD" clId="Web-{E715A80F-309E-7FF5-745D-A5B2B5CE6EC4}" dt="2026-05-11T13:07:48.097" v="100"/>
          <ac:spMkLst>
            <pc:docMk/>
            <pc:sldMk cId="990046695" sldId="267"/>
            <ac:spMk id="11" creationId="{E2B2BA92-909C-EDC6-C816-E93AD72D7C94}"/>
          </ac:spMkLst>
        </pc:spChg>
        <pc:spChg chg="del">
          <ac:chgData name="Juan David Roa Ballen" userId="S::jd.roab1@uniandes.edu.co::e379ee85-3390-4472-81cd-c690e044d08e" providerId="AD" clId="Web-{E715A80F-309E-7FF5-745D-A5B2B5CE6EC4}" dt="2026-05-11T13:07:48.097" v="99"/>
          <ac:spMkLst>
            <pc:docMk/>
            <pc:sldMk cId="990046695" sldId="267"/>
            <ac:spMk id="12" creationId="{87E1A55F-5E64-40FB-AF6C-300C98E6300A}"/>
          </ac:spMkLst>
        </pc:spChg>
        <pc:spChg chg="del">
          <ac:chgData name="Juan David Roa Ballen" userId="S::jd.roab1@uniandes.edu.co::e379ee85-3390-4472-81cd-c690e044d08e" providerId="AD" clId="Web-{E715A80F-309E-7FF5-745D-A5B2B5CE6EC4}" dt="2026-05-11T13:07:48.097" v="98"/>
          <ac:spMkLst>
            <pc:docMk/>
            <pc:sldMk cId="990046695" sldId="267"/>
            <ac:spMk id="13" creationId="{D0DB998C-E205-BE7B-D6B9-1A69227B0B7F}"/>
          </ac:spMkLst>
        </pc:spChg>
        <pc:spChg chg="del">
          <ac:chgData name="Juan David Roa Ballen" userId="S::jd.roab1@uniandes.edu.co::e379ee85-3390-4472-81cd-c690e044d08e" providerId="AD" clId="Web-{E715A80F-309E-7FF5-745D-A5B2B5CE6EC4}" dt="2026-05-11T13:07:48.097" v="97"/>
          <ac:spMkLst>
            <pc:docMk/>
            <pc:sldMk cId="990046695" sldId="267"/>
            <ac:spMk id="14" creationId="{50190A2E-F889-9D52-0626-4CC3FC2AC62A}"/>
          </ac:spMkLst>
        </pc:spChg>
        <pc:spChg chg="del">
          <ac:chgData name="Juan David Roa Ballen" userId="S::jd.roab1@uniandes.edu.co::e379ee85-3390-4472-81cd-c690e044d08e" providerId="AD" clId="Web-{E715A80F-309E-7FF5-745D-A5B2B5CE6EC4}" dt="2026-05-11T13:07:48.097" v="96"/>
          <ac:spMkLst>
            <pc:docMk/>
            <pc:sldMk cId="990046695" sldId="267"/>
            <ac:spMk id="15" creationId="{B6B44CD6-111E-0B49-67B5-519AE49EFD82}"/>
          </ac:spMkLst>
        </pc:spChg>
        <pc:spChg chg="del">
          <ac:chgData name="Juan David Roa Ballen" userId="S::jd.roab1@uniandes.edu.co::e379ee85-3390-4472-81cd-c690e044d08e" providerId="AD" clId="Web-{E715A80F-309E-7FF5-745D-A5B2B5CE6EC4}" dt="2026-05-11T13:07:48.097" v="95"/>
          <ac:spMkLst>
            <pc:docMk/>
            <pc:sldMk cId="990046695" sldId="267"/>
            <ac:spMk id="16" creationId="{F4E388B8-5BBE-0174-7150-55A148883485}"/>
          </ac:spMkLst>
        </pc:spChg>
        <pc:spChg chg="del">
          <ac:chgData name="Juan David Roa Ballen" userId="S::jd.roab1@uniandes.edu.co::e379ee85-3390-4472-81cd-c690e044d08e" providerId="AD" clId="Web-{E715A80F-309E-7FF5-745D-A5B2B5CE6EC4}" dt="2026-05-11T13:07:48.097" v="94"/>
          <ac:spMkLst>
            <pc:docMk/>
            <pc:sldMk cId="990046695" sldId="267"/>
            <ac:spMk id="17" creationId="{870016CB-292D-74EC-C6ED-C78EF7C9A9A1}"/>
          </ac:spMkLst>
        </pc:spChg>
        <pc:spChg chg="del">
          <ac:chgData name="Juan David Roa Ballen" userId="S::jd.roab1@uniandes.edu.co::e379ee85-3390-4472-81cd-c690e044d08e" providerId="AD" clId="Web-{E715A80F-309E-7FF5-745D-A5B2B5CE6EC4}" dt="2026-05-11T13:07:48.097" v="93"/>
          <ac:spMkLst>
            <pc:docMk/>
            <pc:sldMk cId="990046695" sldId="267"/>
            <ac:spMk id="18" creationId="{7AC9F81D-A919-6130-A43A-D2C9BF063477}"/>
          </ac:spMkLst>
        </pc:spChg>
        <pc:spChg chg="del">
          <ac:chgData name="Juan David Roa Ballen" userId="S::jd.roab1@uniandes.edu.co::e379ee85-3390-4472-81cd-c690e044d08e" providerId="AD" clId="Web-{E715A80F-309E-7FF5-745D-A5B2B5CE6EC4}" dt="2026-05-11T13:07:48.097" v="92"/>
          <ac:spMkLst>
            <pc:docMk/>
            <pc:sldMk cId="990046695" sldId="267"/>
            <ac:spMk id="19" creationId="{DAA22267-C4BE-AAB6-CC8C-BF7C4EB450A1}"/>
          </ac:spMkLst>
        </pc:spChg>
        <pc:spChg chg="del">
          <ac:chgData name="Juan David Roa Ballen" userId="S::jd.roab1@uniandes.edu.co::e379ee85-3390-4472-81cd-c690e044d08e" providerId="AD" clId="Web-{E715A80F-309E-7FF5-745D-A5B2B5CE6EC4}" dt="2026-05-11T13:07:48.097" v="91"/>
          <ac:spMkLst>
            <pc:docMk/>
            <pc:sldMk cId="990046695" sldId="267"/>
            <ac:spMk id="20" creationId="{C7156F06-EAA5-918E-65F0-0DA46AE02646}"/>
          </ac:spMkLst>
        </pc:spChg>
        <pc:spChg chg="del">
          <ac:chgData name="Juan David Roa Ballen" userId="S::jd.roab1@uniandes.edu.co::e379ee85-3390-4472-81cd-c690e044d08e" providerId="AD" clId="Web-{E715A80F-309E-7FF5-745D-A5B2B5CE6EC4}" dt="2026-05-11T13:07:48.097" v="90"/>
          <ac:spMkLst>
            <pc:docMk/>
            <pc:sldMk cId="990046695" sldId="267"/>
            <ac:spMk id="21" creationId="{AA9DC539-3EA2-5AB5-77E4-A19DA91269A6}"/>
          </ac:spMkLst>
        </pc:spChg>
        <pc:spChg chg="del">
          <ac:chgData name="Juan David Roa Ballen" userId="S::jd.roab1@uniandes.edu.co::e379ee85-3390-4472-81cd-c690e044d08e" providerId="AD" clId="Web-{E715A80F-309E-7FF5-745D-A5B2B5CE6EC4}" dt="2026-05-11T13:07:48.097" v="89"/>
          <ac:spMkLst>
            <pc:docMk/>
            <pc:sldMk cId="990046695" sldId="267"/>
            <ac:spMk id="22" creationId="{5C64F3D3-6EC7-936E-56D9-8EE8B35F447F}"/>
          </ac:spMkLst>
        </pc:spChg>
        <pc:spChg chg="del">
          <ac:chgData name="Juan David Roa Ballen" userId="S::jd.roab1@uniandes.edu.co::e379ee85-3390-4472-81cd-c690e044d08e" providerId="AD" clId="Web-{E715A80F-309E-7FF5-745D-A5B2B5CE6EC4}" dt="2026-05-11T13:07:48.097" v="88"/>
          <ac:spMkLst>
            <pc:docMk/>
            <pc:sldMk cId="990046695" sldId="267"/>
            <ac:spMk id="23" creationId="{906F1966-F79F-81B6-6F75-53D5C229A102}"/>
          </ac:spMkLst>
        </pc:spChg>
        <pc:spChg chg="mod">
          <ac:chgData name="Juan David Roa Ballen" userId="S::jd.roab1@uniandes.edu.co::e379ee85-3390-4472-81cd-c690e044d08e" providerId="AD" clId="Web-{E715A80F-309E-7FF5-745D-A5B2B5CE6EC4}" dt="2026-05-11T13:18:11.989" v="134" actId="20577"/>
          <ac:spMkLst>
            <pc:docMk/>
            <pc:sldMk cId="990046695" sldId="267"/>
            <ac:spMk id="26" creationId="{667D1F6F-9D0C-894A-1EFA-47635F4A637F}"/>
          </ac:spMkLst>
        </pc:spChg>
        <pc:spChg chg="del">
          <ac:chgData name="Juan David Roa Ballen" userId="S::jd.roab1@uniandes.edu.co::e379ee85-3390-4472-81cd-c690e044d08e" providerId="AD" clId="Web-{E715A80F-309E-7FF5-745D-A5B2B5CE6EC4}" dt="2026-05-11T13:08:02.160" v="109"/>
          <ac:spMkLst>
            <pc:docMk/>
            <pc:sldMk cId="990046695" sldId="267"/>
            <ac:spMk id="28" creationId="{82649B29-696A-C324-893E-8CF2E16B6B24}"/>
          </ac:spMkLst>
        </pc:spChg>
        <pc:spChg chg="del">
          <ac:chgData name="Juan David Roa Ballen" userId="S::jd.roab1@uniandes.edu.co::e379ee85-3390-4472-81cd-c690e044d08e" providerId="AD" clId="Web-{E715A80F-309E-7FF5-745D-A5B2B5CE6EC4}" dt="2026-05-11T13:08:02.160" v="108"/>
          <ac:spMkLst>
            <pc:docMk/>
            <pc:sldMk cId="990046695" sldId="267"/>
            <ac:spMk id="30" creationId="{BD555DCC-B110-25EB-9110-6422811CC89A}"/>
          </ac:spMkLst>
        </pc:spChg>
        <pc:spChg chg="del">
          <ac:chgData name="Juan David Roa Ballen" userId="S::jd.roab1@uniandes.edu.co::e379ee85-3390-4472-81cd-c690e044d08e" providerId="AD" clId="Web-{E715A80F-309E-7FF5-745D-A5B2B5CE6EC4}" dt="2026-05-11T13:08:02.160" v="107"/>
          <ac:spMkLst>
            <pc:docMk/>
            <pc:sldMk cId="990046695" sldId="267"/>
            <ac:spMk id="31" creationId="{4FBF3885-E6C0-741B-95A5-5B7AEFDF4BBE}"/>
          </ac:spMkLst>
        </pc:spChg>
        <pc:picChg chg="del">
          <ac:chgData name="Juan David Roa Ballen" userId="S::jd.roab1@uniandes.edu.co::e379ee85-3390-4472-81cd-c690e044d08e" providerId="AD" clId="Web-{E715A80F-309E-7FF5-745D-A5B2B5CE6EC4}" dt="2026-05-11T13:08:19.566" v="113"/>
          <ac:picMkLst>
            <pc:docMk/>
            <pc:sldMk cId="990046695" sldId="267"/>
            <ac:picMk id="5" creationId="{45453F1C-9D7A-4D8F-1FC7-53BC34E88C76}"/>
          </ac:picMkLst>
        </pc:picChg>
        <pc:picChg chg="del">
          <ac:chgData name="Juan David Roa Ballen" userId="S::jd.roab1@uniandes.edu.co::e379ee85-3390-4472-81cd-c690e044d08e" providerId="AD" clId="Web-{E715A80F-309E-7FF5-745D-A5B2B5CE6EC4}" dt="2026-05-11T13:08:25.285" v="115"/>
          <ac:picMkLst>
            <pc:docMk/>
            <pc:sldMk cId="990046695" sldId="267"/>
            <ac:picMk id="24" creationId="{9EBC9553-79CA-B080-9A20-C6F3E71FCA69}"/>
          </ac:picMkLst>
        </pc:picChg>
        <pc:picChg chg="add mod">
          <ac:chgData name="Juan David Roa Ballen" userId="S::jd.roab1@uniandes.edu.co::e379ee85-3390-4472-81cd-c690e044d08e" providerId="AD" clId="Web-{E715A80F-309E-7FF5-745D-A5B2B5CE6EC4}" dt="2026-05-11T13:08:39.128" v="118" actId="1076"/>
          <ac:picMkLst>
            <pc:docMk/>
            <pc:sldMk cId="990046695" sldId="267"/>
            <ac:picMk id="25" creationId="{79AD2063-6EF2-C176-C221-96C98410034E}"/>
          </ac:picMkLst>
        </pc:picChg>
      </pc:sldChg>
      <pc:sldChg chg="new del">
        <pc:chgData name="Juan David Roa Ballen" userId="S::jd.roab1@uniandes.edu.co::e379ee85-3390-4472-81cd-c690e044d08e" providerId="AD" clId="Web-{E715A80F-309E-7FF5-745D-A5B2B5CE6EC4}" dt="2026-05-11T13:01:43.112" v="82"/>
        <pc:sldMkLst>
          <pc:docMk/>
          <pc:sldMk cId="4087297031" sldId="267"/>
        </pc:sldMkLst>
      </pc:sldChg>
      <pc:sldChg chg="new del">
        <pc:chgData name="Juan David Roa Ballen" userId="S::jd.roab1@uniandes.edu.co::e379ee85-3390-4472-81cd-c690e044d08e" providerId="AD" clId="Web-{E715A80F-309E-7FF5-745D-A5B2B5CE6EC4}" dt="2026-05-11T13:14:36.348" v="122"/>
        <pc:sldMkLst>
          <pc:docMk/>
          <pc:sldMk cId="1978904536" sldId="268"/>
        </pc:sldMkLst>
      </pc:sldChg>
      <pc:sldChg chg="addSp delSp modSp add replId">
        <pc:chgData name="Juan David Roa Ballen" userId="S::jd.roab1@uniandes.edu.co::e379ee85-3390-4472-81cd-c690e044d08e" providerId="AD" clId="Web-{E715A80F-309E-7FF5-745D-A5B2B5CE6EC4}" dt="2026-05-11T13:18:16.348" v="136" actId="20577"/>
        <pc:sldMkLst>
          <pc:docMk/>
          <pc:sldMk cId="4053423700" sldId="269"/>
        </pc:sldMkLst>
        <pc:spChg chg="mod">
          <ac:chgData name="Juan David Roa Ballen" userId="S::jd.roab1@uniandes.edu.co::e379ee85-3390-4472-81cd-c690e044d08e" providerId="AD" clId="Web-{E715A80F-309E-7FF5-745D-A5B2B5CE6EC4}" dt="2026-05-11T13:18:16.348" v="136" actId="20577"/>
          <ac:spMkLst>
            <pc:docMk/>
            <pc:sldMk cId="4053423700" sldId="269"/>
            <ac:spMk id="26" creationId="{84F4780F-80E5-DF07-AE98-48BE60578388}"/>
          </ac:spMkLst>
        </pc:spChg>
        <pc:picChg chg="add mod">
          <ac:chgData name="Juan David Roa Ballen" userId="S::jd.roab1@uniandes.edu.co::e379ee85-3390-4472-81cd-c690e044d08e" providerId="AD" clId="Web-{E715A80F-309E-7FF5-745D-A5B2B5CE6EC4}" dt="2026-05-11T13:15:56.942" v="129" actId="1076"/>
          <ac:picMkLst>
            <pc:docMk/>
            <pc:sldMk cId="4053423700" sldId="269"/>
            <ac:picMk id="5" creationId="{63189908-00CF-31C1-171E-65BF9B1E4E6D}"/>
          </ac:picMkLst>
        </pc:picChg>
        <pc:picChg chg="del">
          <ac:chgData name="Juan David Roa Ballen" userId="S::jd.roab1@uniandes.edu.co::e379ee85-3390-4472-81cd-c690e044d08e" providerId="AD" clId="Web-{E715A80F-309E-7FF5-745D-A5B2B5CE6EC4}" dt="2026-05-11T13:14:31.660" v="121"/>
          <ac:picMkLst>
            <pc:docMk/>
            <pc:sldMk cId="4053423700" sldId="269"/>
            <ac:picMk id="25" creationId="{2F9FF092-596B-5AF9-0625-ACCEFE63922D}"/>
          </ac:picMkLst>
        </pc:picChg>
      </pc:sldChg>
      <pc:sldChg chg="addSp delSp modSp add replId">
        <pc:chgData name="Juan David Roa Ballen" userId="S::jd.roab1@uniandes.edu.co::e379ee85-3390-4472-81cd-c690e044d08e" providerId="AD" clId="Web-{E715A80F-309E-7FF5-745D-A5B2B5CE6EC4}" dt="2026-05-11T13:39:07.290" v="328" actId="1076"/>
        <pc:sldMkLst>
          <pc:docMk/>
          <pc:sldMk cId="699351114" sldId="270"/>
        </pc:sldMkLst>
        <pc:spChg chg="mod">
          <ac:chgData name="Juan David Roa Ballen" userId="S::jd.roab1@uniandes.edu.co::e379ee85-3390-4472-81cd-c690e044d08e" providerId="AD" clId="Web-{E715A80F-309E-7FF5-745D-A5B2B5CE6EC4}" dt="2026-05-11T13:39:00.305" v="327" actId="1076"/>
          <ac:spMkLst>
            <pc:docMk/>
            <pc:sldMk cId="699351114" sldId="270"/>
            <ac:spMk id="6" creationId="{7EF81A5B-EA5D-E86D-2C58-1DEE500B8070}"/>
          </ac:spMkLst>
        </pc:spChg>
        <pc:spChg chg="mod">
          <ac:chgData name="Juan David Roa Ballen" userId="S::jd.roab1@uniandes.edu.co::e379ee85-3390-4472-81cd-c690e044d08e" providerId="AD" clId="Web-{E715A80F-309E-7FF5-745D-A5B2B5CE6EC4}" dt="2026-05-11T13:34:49.336" v="304" actId="20577"/>
          <ac:spMkLst>
            <pc:docMk/>
            <pc:sldMk cId="699351114" sldId="270"/>
            <ac:spMk id="25" creationId="{46C946FF-2EF8-5816-7FB9-D62DEBAAB249}"/>
          </ac:spMkLst>
        </pc:spChg>
        <pc:picChg chg="add mod">
          <ac:chgData name="Juan David Roa Ballen" userId="S::jd.roab1@uniandes.edu.co::e379ee85-3390-4472-81cd-c690e044d08e" providerId="AD" clId="Web-{E715A80F-309E-7FF5-745D-A5B2B5CE6EC4}" dt="2026-05-11T13:39:07.290" v="328" actId="1076"/>
          <ac:picMkLst>
            <pc:docMk/>
            <pc:sldMk cId="699351114" sldId="270"/>
            <ac:picMk id="7" creationId="{43E3D198-51A5-3B8C-02A0-EBA9E5D8DDFA}"/>
          </ac:picMkLst>
        </pc:picChg>
        <pc:picChg chg="del">
          <ac:chgData name="Juan David Roa Ballen" userId="S::jd.roab1@uniandes.edu.co::e379ee85-3390-4472-81cd-c690e044d08e" providerId="AD" clId="Web-{E715A80F-309E-7FF5-745D-A5B2B5CE6EC4}" dt="2026-05-11T13:35:00.336" v="306"/>
          <ac:picMkLst>
            <pc:docMk/>
            <pc:sldMk cId="699351114" sldId="270"/>
            <ac:picMk id="27" creationId="{663DEA40-7B43-1C05-19F7-BCC2352862F9}"/>
          </ac:picMkLst>
        </pc:picChg>
      </pc:sldChg>
    </pc:docChg>
  </pc:docChgLst>
  <pc:docChgLst>
    <pc:chgData name="Cristian David Gonzalez Mayorga" userId="S::cd.gonzalezm1@uniandes.edu.co::d5fa5144-6495-458f-930d-eaa5cfb7ed5b" providerId="AD" clId="Web-{E51FDE5D-BA73-6C29-D44E-F19F52F80815}"/>
    <pc:docChg chg="addSld delSld modSld">
      <pc:chgData name="Cristian David Gonzalez Mayorga" userId="S::cd.gonzalezm1@uniandes.edu.co::d5fa5144-6495-458f-930d-eaa5cfb7ed5b" providerId="AD" clId="Web-{E51FDE5D-BA73-6C29-D44E-F19F52F80815}" dt="2026-05-11T00:55:08.838" v="43" actId="1076"/>
      <pc:docMkLst>
        <pc:docMk/>
      </pc:docMkLst>
      <pc:sldChg chg="addSp delSp modSp add replId">
        <pc:chgData name="Cristian David Gonzalez Mayorga" userId="S::cd.gonzalezm1@uniandes.edu.co::d5fa5144-6495-458f-930d-eaa5cfb7ed5b" providerId="AD" clId="Web-{E51FDE5D-BA73-6C29-D44E-F19F52F80815}" dt="2026-05-11T00:55:08.838" v="43" actId="1076"/>
        <pc:sldMkLst>
          <pc:docMk/>
          <pc:sldMk cId="1144105083" sldId="265"/>
        </pc:sldMkLst>
        <pc:spChg chg="del">
          <ac:chgData name="Cristian David Gonzalez Mayorga" userId="S::cd.gonzalezm1@uniandes.edu.co::d5fa5144-6495-458f-930d-eaa5cfb7ed5b" providerId="AD" clId="Web-{E51FDE5D-BA73-6C29-D44E-F19F52F80815}" dt="2026-05-11T00:51:54.832" v="26"/>
          <ac:spMkLst>
            <pc:docMk/>
            <pc:sldMk cId="1144105083" sldId="265"/>
            <ac:spMk id="5" creationId="{1947AA89-BAA4-9D0A-2680-6F498A49EA08}"/>
          </ac:spMkLst>
        </pc:spChg>
        <pc:spChg chg="del">
          <ac:chgData name="Cristian David Gonzalez Mayorga" userId="S::cd.gonzalezm1@uniandes.edu.co::d5fa5144-6495-458f-930d-eaa5cfb7ed5b" providerId="AD" clId="Web-{E51FDE5D-BA73-6C29-D44E-F19F52F80815}" dt="2026-05-11T00:51:54.832" v="25"/>
          <ac:spMkLst>
            <pc:docMk/>
            <pc:sldMk cId="1144105083" sldId="265"/>
            <ac:spMk id="6" creationId="{4ABB7341-E434-698D-8B24-693E8EE772A6}"/>
          </ac:spMkLst>
        </pc:spChg>
        <pc:spChg chg="del">
          <ac:chgData name="Cristian David Gonzalez Mayorga" userId="S::cd.gonzalezm1@uniandes.edu.co::d5fa5144-6495-458f-930d-eaa5cfb7ed5b" providerId="AD" clId="Web-{E51FDE5D-BA73-6C29-D44E-F19F52F80815}" dt="2026-05-11T00:51:54.832" v="23"/>
          <ac:spMkLst>
            <pc:docMk/>
            <pc:sldMk cId="1144105083" sldId="265"/>
            <ac:spMk id="8" creationId="{04538AF5-1E7C-7FA2-779E-6903236F4E90}"/>
          </ac:spMkLst>
        </pc:spChg>
        <pc:spChg chg="del">
          <ac:chgData name="Cristian David Gonzalez Mayorga" userId="S::cd.gonzalezm1@uniandes.edu.co::d5fa5144-6495-458f-930d-eaa5cfb7ed5b" providerId="AD" clId="Web-{E51FDE5D-BA73-6C29-D44E-F19F52F80815}" dt="2026-05-11T00:51:54.832" v="22"/>
          <ac:spMkLst>
            <pc:docMk/>
            <pc:sldMk cId="1144105083" sldId="265"/>
            <ac:spMk id="9" creationId="{FC615D0D-5196-FA11-F041-F40381B7AA7B}"/>
          </ac:spMkLst>
        </pc:spChg>
        <pc:spChg chg="del">
          <ac:chgData name="Cristian David Gonzalez Mayorga" userId="S::cd.gonzalezm1@uniandes.edu.co::d5fa5144-6495-458f-930d-eaa5cfb7ed5b" providerId="AD" clId="Web-{E51FDE5D-BA73-6C29-D44E-F19F52F80815}" dt="2026-05-11T00:51:54.832" v="21"/>
          <ac:spMkLst>
            <pc:docMk/>
            <pc:sldMk cId="1144105083" sldId="265"/>
            <ac:spMk id="10" creationId="{F744FE4B-6ADB-4C57-C5E7-2B3520BAF976}"/>
          </ac:spMkLst>
        </pc:spChg>
        <pc:spChg chg="del">
          <ac:chgData name="Cristian David Gonzalez Mayorga" userId="S::cd.gonzalezm1@uniandes.edu.co::d5fa5144-6495-458f-930d-eaa5cfb7ed5b" providerId="AD" clId="Web-{E51FDE5D-BA73-6C29-D44E-F19F52F80815}" dt="2026-05-11T00:51:54.832" v="20"/>
          <ac:spMkLst>
            <pc:docMk/>
            <pc:sldMk cId="1144105083" sldId="265"/>
            <ac:spMk id="11" creationId="{C261B62C-8F4C-19B4-8188-1A0E3B1016D9}"/>
          </ac:spMkLst>
        </pc:spChg>
        <pc:spChg chg="del">
          <ac:chgData name="Cristian David Gonzalez Mayorga" userId="S::cd.gonzalezm1@uniandes.edu.co::d5fa5144-6495-458f-930d-eaa5cfb7ed5b" providerId="AD" clId="Web-{E51FDE5D-BA73-6C29-D44E-F19F52F80815}" dt="2026-05-11T00:51:54.832" v="19"/>
          <ac:spMkLst>
            <pc:docMk/>
            <pc:sldMk cId="1144105083" sldId="265"/>
            <ac:spMk id="12" creationId="{592BD95C-85C4-B7BA-D7DD-CF337ABD6FC6}"/>
          </ac:spMkLst>
        </pc:spChg>
        <pc:spChg chg="del">
          <ac:chgData name="Cristian David Gonzalez Mayorga" userId="S::cd.gonzalezm1@uniandes.edu.co::d5fa5144-6495-458f-930d-eaa5cfb7ed5b" providerId="AD" clId="Web-{E51FDE5D-BA73-6C29-D44E-F19F52F80815}" dt="2026-05-11T00:51:54.832" v="17"/>
          <ac:spMkLst>
            <pc:docMk/>
            <pc:sldMk cId="1144105083" sldId="265"/>
            <ac:spMk id="14" creationId="{73B8FD96-515E-160A-BC33-9362B78447EC}"/>
          </ac:spMkLst>
        </pc:spChg>
        <pc:spChg chg="del">
          <ac:chgData name="Cristian David Gonzalez Mayorga" userId="S::cd.gonzalezm1@uniandes.edu.co::d5fa5144-6495-458f-930d-eaa5cfb7ed5b" providerId="AD" clId="Web-{E51FDE5D-BA73-6C29-D44E-F19F52F80815}" dt="2026-05-11T00:51:54.832" v="16"/>
          <ac:spMkLst>
            <pc:docMk/>
            <pc:sldMk cId="1144105083" sldId="265"/>
            <ac:spMk id="15" creationId="{07EBB9D9-7022-3FE9-A963-10653323DDE1}"/>
          </ac:spMkLst>
        </pc:spChg>
        <pc:spChg chg="del">
          <ac:chgData name="Cristian David Gonzalez Mayorga" userId="S::cd.gonzalezm1@uniandes.edu.co::d5fa5144-6495-458f-930d-eaa5cfb7ed5b" providerId="AD" clId="Web-{E51FDE5D-BA73-6C29-D44E-F19F52F80815}" dt="2026-05-11T00:51:54.832" v="15"/>
          <ac:spMkLst>
            <pc:docMk/>
            <pc:sldMk cId="1144105083" sldId="265"/>
            <ac:spMk id="16" creationId="{BD86D9F3-430A-1E92-6EAE-AC7314E252C1}"/>
          </ac:spMkLst>
        </pc:spChg>
        <pc:spChg chg="del">
          <ac:chgData name="Cristian David Gonzalez Mayorga" userId="S::cd.gonzalezm1@uniandes.edu.co::d5fa5144-6495-458f-930d-eaa5cfb7ed5b" providerId="AD" clId="Web-{E51FDE5D-BA73-6C29-D44E-F19F52F80815}" dt="2026-05-11T00:51:54.832" v="14"/>
          <ac:spMkLst>
            <pc:docMk/>
            <pc:sldMk cId="1144105083" sldId="265"/>
            <ac:spMk id="17" creationId="{47BBFBFC-1C1C-B7C2-79A4-00A720D4A14E}"/>
          </ac:spMkLst>
        </pc:spChg>
        <pc:spChg chg="del">
          <ac:chgData name="Cristian David Gonzalez Mayorga" userId="S::cd.gonzalezm1@uniandes.edu.co::d5fa5144-6495-458f-930d-eaa5cfb7ed5b" providerId="AD" clId="Web-{E51FDE5D-BA73-6C29-D44E-F19F52F80815}" dt="2026-05-11T00:51:54.832" v="13"/>
          <ac:spMkLst>
            <pc:docMk/>
            <pc:sldMk cId="1144105083" sldId="265"/>
            <ac:spMk id="18" creationId="{97189A2D-B56C-CCF4-12F3-4D9D28410D8B}"/>
          </ac:spMkLst>
        </pc:spChg>
        <pc:spChg chg="del">
          <ac:chgData name="Cristian David Gonzalez Mayorga" userId="S::cd.gonzalezm1@uniandes.edu.co::d5fa5144-6495-458f-930d-eaa5cfb7ed5b" providerId="AD" clId="Web-{E51FDE5D-BA73-6C29-D44E-F19F52F80815}" dt="2026-05-11T00:51:54.832" v="11"/>
          <ac:spMkLst>
            <pc:docMk/>
            <pc:sldMk cId="1144105083" sldId="265"/>
            <ac:spMk id="20" creationId="{B5D5823D-4E32-A836-1B6C-BCC227BE72B7}"/>
          </ac:spMkLst>
        </pc:spChg>
        <pc:spChg chg="del">
          <ac:chgData name="Cristian David Gonzalez Mayorga" userId="S::cd.gonzalezm1@uniandes.edu.co::d5fa5144-6495-458f-930d-eaa5cfb7ed5b" providerId="AD" clId="Web-{E51FDE5D-BA73-6C29-D44E-F19F52F80815}" dt="2026-05-11T00:51:54.816" v="10"/>
          <ac:spMkLst>
            <pc:docMk/>
            <pc:sldMk cId="1144105083" sldId="265"/>
            <ac:spMk id="21" creationId="{8C505A6F-CE87-216F-C104-BE16AABCB002}"/>
          </ac:spMkLst>
        </pc:spChg>
        <pc:spChg chg="del">
          <ac:chgData name="Cristian David Gonzalez Mayorga" userId="S::cd.gonzalezm1@uniandes.edu.co::d5fa5144-6495-458f-930d-eaa5cfb7ed5b" providerId="AD" clId="Web-{E51FDE5D-BA73-6C29-D44E-F19F52F80815}" dt="2026-05-11T00:51:54.816" v="9"/>
          <ac:spMkLst>
            <pc:docMk/>
            <pc:sldMk cId="1144105083" sldId="265"/>
            <ac:spMk id="22" creationId="{F5045312-4620-4188-D9F2-B84FE21544C5}"/>
          </ac:spMkLst>
        </pc:spChg>
        <pc:spChg chg="del">
          <ac:chgData name="Cristian David Gonzalez Mayorga" userId="S::cd.gonzalezm1@uniandes.edu.co::d5fa5144-6495-458f-930d-eaa5cfb7ed5b" providerId="AD" clId="Web-{E51FDE5D-BA73-6C29-D44E-F19F52F80815}" dt="2026-05-11T00:51:54.816" v="8"/>
          <ac:spMkLst>
            <pc:docMk/>
            <pc:sldMk cId="1144105083" sldId="265"/>
            <ac:spMk id="23" creationId="{C8C30600-A8DF-7280-5AF3-C18ABEFD7654}"/>
          </ac:spMkLst>
        </pc:spChg>
        <pc:spChg chg="del">
          <ac:chgData name="Cristian David Gonzalez Mayorga" userId="S::cd.gonzalezm1@uniandes.edu.co::d5fa5144-6495-458f-930d-eaa5cfb7ed5b" providerId="AD" clId="Web-{E51FDE5D-BA73-6C29-D44E-F19F52F80815}" dt="2026-05-11T00:51:54.816" v="7"/>
          <ac:spMkLst>
            <pc:docMk/>
            <pc:sldMk cId="1144105083" sldId="265"/>
            <ac:spMk id="24" creationId="{807DD99F-780D-B206-4699-E3936D1AB165}"/>
          </ac:spMkLst>
        </pc:spChg>
        <pc:spChg chg="del">
          <ac:chgData name="Cristian David Gonzalez Mayorga" userId="S::cd.gonzalezm1@uniandes.edu.co::d5fa5144-6495-458f-930d-eaa5cfb7ed5b" providerId="AD" clId="Web-{E51FDE5D-BA73-6C29-D44E-F19F52F80815}" dt="2026-05-11T00:51:54.816" v="5"/>
          <ac:spMkLst>
            <pc:docMk/>
            <pc:sldMk cId="1144105083" sldId="265"/>
            <ac:spMk id="26" creationId="{2BAD177B-79D2-B7B1-A6BE-AB6A40A0768B}"/>
          </ac:spMkLst>
        </pc:spChg>
        <pc:spChg chg="del">
          <ac:chgData name="Cristian David Gonzalez Mayorga" userId="S::cd.gonzalezm1@uniandes.edu.co::d5fa5144-6495-458f-930d-eaa5cfb7ed5b" providerId="AD" clId="Web-{E51FDE5D-BA73-6C29-D44E-F19F52F80815}" dt="2026-05-11T00:51:54.816" v="4"/>
          <ac:spMkLst>
            <pc:docMk/>
            <pc:sldMk cId="1144105083" sldId="265"/>
            <ac:spMk id="27" creationId="{801D688B-CE08-6054-9819-FAC432C1D0EB}"/>
          </ac:spMkLst>
        </pc:spChg>
        <pc:spChg chg="del">
          <ac:chgData name="Cristian David Gonzalez Mayorga" userId="S::cd.gonzalezm1@uniandes.edu.co::d5fa5144-6495-458f-930d-eaa5cfb7ed5b" providerId="AD" clId="Web-{E51FDE5D-BA73-6C29-D44E-F19F52F80815}" dt="2026-05-11T00:51:54.816" v="3"/>
          <ac:spMkLst>
            <pc:docMk/>
            <pc:sldMk cId="1144105083" sldId="265"/>
            <ac:spMk id="28" creationId="{E44AC209-686D-A040-3C01-211A186B40EB}"/>
          </ac:spMkLst>
        </pc:spChg>
        <pc:picChg chg="del">
          <ac:chgData name="Cristian David Gonzalez Mayorga" userId="S::cd.gonzalezm1@uniandes.edu.co::d5fa5144-6495-458f-930d-eaa5cfb7ed5b" providerId="AD" clId="Web-{E51FDE5D-BA73-6C29-D44E-F19F52F80815}" dt="2026-05-11T00:51:54.832" v="24"/>
          <ac:picMkLst>
            <pc:docMk/>
            <pc:sldMk cId="1144105083" sldId="265"/>
            <ac:picMk id="7" creationId="{C8E4A572-6F54-D12D-EC88-65F52E0B90E9}"/>
          </ac:picMkLst>
        </pc:picChg>
        <pc:picChg chg="del">
          <ac:chgData name="Cristian David Gonzalez Mayorga" userId="S::cd.gonzalezm1@uniandes.edu.co::d5fa5144-6495-458f-930d-eaa5cfb7ed5b" providerId="AD" clId="Web-{E51FDE5D-BA73-6C29-D44E-F19F52F80815}" dt="2026-05-11T00:51:54.832" v="18"/>
          <ac:picMkLst>
            <pc:docMk/>
            <pc:sldMk cId="1144105083" sldId="265"/>
            <ac:picMk id="13" creationId="{7FFE6378-10F7-6BF9-835B-09CEC559CDA4}"/>
          </ac:picMkLst>
        </pc:picChg>
        <pc:picChg chg="del">
          <ac:chgData name="Cristian David Gonzalez Mayorga" userId="S::cd.gonzalezm1@uniandes.edu.co::d5fa5144-6495-458f-930d-eaa5cfb7ed5b" providerId="AD" clId="Web-{E51FDE5D-BA73-6C29-D44E-F19F52F80815}" dt="2026-05-11T00:51:54.832" v="12"/>
          <ac:picMkLst>
            <pc:docMk/>
            <pc:sldMk cId="1144105083" sldId="265"/>
            <ac:picMk id="19" creationId="{78F0B6A3-BCC3-FB81-DF1F-52CA8D65BEAA}"/>
          </ac:picMkLst>
        </pc:picChg>
        <pc:picChg chg="del">
          <ac:chgData name="Cristian David Gonzalez Mayorga" userId="S::cd.gonzalezm1@uniandes.edu.co::d5fa5144-6495-458f-930d-eaa5cfb7ed5b" providerId="AD" clId="Web-{E51FDE5D-BA73-6C29-D44E-F19F52F80815}" dt="2026-05-11T00:51:54.816" v="6"/>
          <ac:picMkLst>
            <pc:docMk/>
            <pc:sldMk cId="1144105083" sldId="265"/>
            <ac:picMk id="25" creationId="{CA2CECA5-33EA-36C6-0FBD-73978C8AA546}"/>
          </ac:picMkLst>
        </pc:picChg>
        <pc:picChg chg="add mod">
          <ac:chgData name="Cristian David Gonzalez Mayorga" userId="S::cd.gonzalezm1@uniandes.edu.co::d5fa5144-6495-458f-930d-eaa5cfb7ed5b" providerId="AD" clId="Web-{E51FDE5D-BA73-6C29-D44E-F19F52F80815}" dt="2026-05-11T00:55:08.838" v="43" actId="1076"/>
          <ac:picMkLst>
            <pc:docMk/>
            <pc:sldMk cId="1144105083" sldId="265"/>
            <ac:picMk id="31" creationId="{E88F6ADC-1B3C-097E-7FF8-3024C1A00CA0}"/>
          </ac:picMkLst>
        </pc:picChg>
        <pc:picChg chg="add del mod">
          <ac:chgData name="Cristian David Gonzalez Mayorga" userId="S::cd.gonzalezm1@uniandes.edu.co::d5fa5144-6495-458f-930d-eaa5cfb7ed5b" providerId="AD" clId="Web-{E51FDE5D-BA73-6C29-D44E-F19F52F80815}" dt="2026-05-11T00:54:18.211" v="35"/>
          <ac:picMkLst>
            <pc:docMk/>
            <pc:sldMk cId="1144105083" sldId="265"/>
            <ac:picMk id="32" creationId="{E2B7E2D8-8AD0-60A0-CA10-084F8D833900}"/>
          </ac:picMkLst>
        </pc:picChg>
      </pc:sldChg>
      <pc:sldChg chg="new del">
        <pc:chgData name="Cristian David Gonzalez Mayorga" userId="S::cd.gonzalezm1@uniandes.edu.co::d5fa5144-6495-458f-930d-eaa5cfb7ed5b" providerId="AD" clId="Web-{E51FDE5D-BA73-6C29-D44E-F19F52F80815}" dt="2026-05-11T00:51:30.768" v="1"/>
        <pc:sldMkLst>
          <pc:docMk/>
          <pc:sldMk cId="3894844060" sldId="265"/>
        </pc:sldMkLst>
      </pc:sldChg>
      <pc:sldChg chg="addSp delSp modSp add replId">
        <pc:chgData name="Cristian David Gonzalez Mayorga" userId="S::cd.gonzalezm1@uniandes.edu.co::d5fa5144-6495-458f-930d-eaa5cfb7ed5b" providerId="AD" clId="Web-{E51FDE5D-BA73-6C29-D44E-F19F52F80815}" dt="2026-05-11T00:54:54.447" v="41" actId="1076"/>
        <pc:sldMkLst>
          <pc:docMk/>
          <pc:sldMk cId="1793632400" sldId="266"/>
        </pc:sldMkLst>
        <pc:picChg chg="add mod">
          <ac:chgData name="Cristian David Gonzalez Mayorga" userId="S::cd.gonzalezm1@uniandes.edu.co::d5fa5144-6495-458f-930d-eaa5cfb7ed5b" providerId="AD" clId="Web-{E51FDE5D-BA73-6C29-D44E-F19F52F80815}" dt="2026-05-11T00:54:54.447" v="41" actId="1076"/>
          <ac:picMkLst>
            <pc:docMk/>
            <pc:sldMk cId="1793632400" sldId="266"/>
            <ac:picMk id="5" creationId="{B15F76F3-1F2A-D48F-0BD9-35BA943FF19D}"/>
          </ac:picMkLst>
        </pc:picChg>
        <pc:picChg chg="del">
          <ac:chgData name="Cristian David Gonzalez Mayorga" userId="S::cd.gonzalezm1@uniandes.edu.co::d5fa5144-6495-458f-930d-eaa5cfb7ed5b" providerId="AD" clId="Web-{E51FDE5D-BA73-6C29-D44E-F19F52F80815}" dt="2026-05-11T00:54:31.087" v="37"/>
          <ac:picMkLst>
            <pc:docMk/>
            <pc:sldMk cId="1793632400" sldId="266"/>
            <ac:picMk id="31" creationId="{B80242BE-3F68-2AC2-979D-5080B80E87AE}"/>
          </ac:picMkLst>
        </pc:picChg>
      </pc:sldChg>
      <pc:sldChg chg="add del replId">
        <pc:chgData name="Cristian David Gonzalez Mayorga" userId="S::cd.gonzalezm1@uniandes.edu.co::d5fa5144-6495-458f-930d-eaa5cfb7ed5b" providerId="AD" clId="Web-{E51FDE5D-BA73-6C29-D44E-F19F52F80815}" dt="2026-05-11T00:54:41.915" v="39"/>
        <pc:sldMkLst>
          <pc:docMk/>
          <pc:sldMk cId="1341363385" sldId="267"/>
        </pc:sldMkLst>
      </pc:sldChg>
    </pc:docChg>
  </pc:docChgLst>
  <pc:docChgLst>
    <pc:chgData name="Cristian David Gonzalez Mayorga" userId="S::cd.gonzalezm1@uniandes.edu.co::d5fa5144-6495-458f-930d-eaa5cfb7ed5b" providerId="AD" clId="Web-{216A3291-783D-B3BC-E53A-9BC578F3DB33}"/>
    <pc:docChg chg="modSld">
      <pc:chgData name="Cristian David Gonzalez Mayorga" userId="S::cd.gonzalezm1@uniandes.edu.co::d5fa5144-6495-458f-930d-eaa5cfb7ed5b" providerId="AD" clId="Web-{216A3291-783D-B3BC-E53A-9BC578F3DB33}" dt="2026-05-11T01:33:00.087" v="37" actId="20577"/>
      <pc:docMkLst>
        <pc:docMk/>
      </pc:docMkLst>
      <pc:sldChg chg="modSp">
        <pc:chgData name="Cristian David Gonzalez Mayorga" userId="S::cd.gonzalezm1@uniandes.edu.co::d5fa5144-6495-458f-930d-eaa5cfb7ed5b" providerId="AD" clId="Web-{216A3291-783D-B3BC-E53A-9BC578F3DB33}" dt="2026-05-11T01:33:00.087" v="37" actId="20577"/>
        <pc:sldMkLst>
          <pc:docMk/>
          <pc:sldMk cId="0" sldId="256"/>
        </pc:sldMkLst>
        <pc:spChg chg="mod">
          <ac:chgData name="Cristian David Gonzalez Mayorga" userId="S::cd.gonzalezm1@uniandes.edu.co::d5fa5144-6495-458f-930d-eaa5cfb7ed5b" providerId="AD" clId="Web-{216A3291-783D-B3BC-E53A-9BC578F3DB33}" dt="2026-05-11T01:33:00.087" v="37" actId="20577"/>
          <ac:spMkLst>
            <pc:docMk/>
            <pc:sldMk cId="0" sldId="256"/>
            <ac:spMk id="12" creationId="{00000000-0000-0000-0000-000000000000}"/>
          </ac:spMkLst>
        </pc:spChg>
      </pc:sldChg>
    </pc:docChg>
  </pc:docChgLst>
  <pc:docChgLst>
    <pc:chgData clId="Web-{E715A80F-309E-7FF5-745D-A5B2B5CE6EC4}"/>
    <pc:docChg chg="modSld">
      <pc:chgData name="" userId="" providerId="" clId="Web-{E715A80F-309E-7FF5-745D-A5B2B5CE6EC4}" dt="2026-05-11T12:55:21.048" v="5" actId="20577"/>
      <pc:docMkLst>
        <pc:docMk/>
      </pc:docMkLst>
      <pc:sldChg chg="modSp">
        <pc:chgData name="" userId="" providerId="" clId="Web-{E715A80F-309E-7FF5-745D-A5B2B5CE6EC4}" dt="2026-05-11T12:55:21.048" v="5" actId="20577"/>
        <pc:sldMkLst>
          <pc:docMk/>
          <pc:sldMk cId="0" sldId="256"/>
        </pc:sldMkLst>
        <pc:spChg chg="mod">
          <ac:chgData name="" userId="" providerId="" clId="Web-{E715A80F-309E-7FF5-745D-A5B2B5CE6EC4}" dt="2026-05-11T12:55:21.048" v="5" actId="20577"/>
          <ac:spMkLst>
            <pc:docMk/>
            <pc:sldMk cId="0" sldId="256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783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4C4A9-6DD1-061A-6465-EA1E7885D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F4F072-67E0-4F97-0F29-22F1C03B3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7954D2-21B3-9497-24C3-AB39A1E43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4DD3D-55C3-1FEB-ECAF-EA20B18CFF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695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A0889-9FDE-0A2B-B385-99B2CF1D6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286EC-B3BA-9255-AA67-C0D16F6DF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CC892E-F16D-70DB-4399-F349AFBC7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2B2E3-A904-6F58-27A3-FC31D1E5FE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268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45C46-7F29-DFB1-ACBE-717B1BB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97F3E-6F23-E75C-0DD6-B53B9D5E7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B1EA62-6702-D4C9-B279-32687E98E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11FE2-B1F3-9EDF-E865-E397B355E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6625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9AAF1-F9FD-ADA3-BF6F-89D019DBA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FD4D7-E583-7A4D-11A0-31FBE1F71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50C4A-297B-46F2-397D-7AF1ED224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ACF3D-4879-8295-AA73-4D67704C04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93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E9E03-31B0-FDB0-C973-D4B1F62E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5721A8-B567-1F5F-E7F4-4C8F9008E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3CE936-5F1B-FE8B-FC9C-D2470384B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702F3-A87D-A0CE-436F-C1B8F68739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409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029200" y="-1097280"/>
            <a:ext cx="5029200" cy="5029200"/>
          </a:xfrm>
          <a:prstGeom prst="ellipse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486400" y="-640080"/>
            <a:ext cx="4114800" cy="4114800"/>
          </a:xfrm>
          <a:prstGeom prst="ellipse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7432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9144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A8E6DF"/>
                </a:solidFill>
              </a:rPr>
              <a:t>SIMULACIÓN 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" y="13716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TURBINA EÓLICA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11480" y="24231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E6DF"/>
                </a:solidFill>
              </a:rPr>
              <a:t>Mediante Variador PowerFlex y Motor Trifásico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11480" y="3017520"/>
            <a:ext cx="4114800" cy="36576"/>
          </a:xfrm>
          <a:prstGeom prst="rect">
            <a:avLst/>
          </a:prstGeom>
          <a:solidFill>
            <a:srgbClr val="14A89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411480" y="315468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4A3B8"/>
                </a:solidFill>
              </a:rPr>
              <a:t>Taller de </a:t>
            </a:r>
            <a:r>
              <a:rPr lang="es-CO" sz="1200" noProof="0">
                <a:solidFill>
                  <a:srgbClr val="94A3B8"/>
                </a:solidFill>
              </a:rPr>
              <a:t>potencia</a:t>
            </a:r>
            <a:r>
              <a:rPr lang="es-CO" sz="1200">
                <a:solidFill>
                  <a:srgbClr val="94A3B8"/>
                </a:solidFill>
              </a:rPr>
              <a:t> | 2026-1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Prof. Julián </a:t>
            </a:r>
            <a:r>
              <a:rPr lang="en-US" sz="1200" dirty="0" err="1">
                <a:solidFill>
                  <a:srgbClr val="94A3B8"/>
                </a:solidFill>
              </a:rPr>
              <a:t>Ontibon</a:t>
            </a:r>
            <a:endParaRPr lang="en-US" sz="1200" dirty="0" err="1">
              <a:solidFill>
                <a:srgbClr val="94A3B8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Jonathan David Gonzalez</a:t>
            </a:r>
            <a:br>
              <a:rPr lang="en-US" sz="1200" dirty="0">
                <a:solidFill>
                  <a:srgbClr val="94A3B8"/>
                </a:solidFill>
              </a:rPr>
            </a:br>
            <a:r>
              <a:rPr lang="en-US" sz="1200" dirty="0">
                <a:solidFill>
                  <a:srgbClr val="94A3B8"/>
                </a:solidFill>
              </a:rPr>
              <a:t>Juan David Roa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Cristian David Gonzalez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411480" y="46177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FFFFFF"/>
                </a:solidFill>
              </a:rPr>
              <a:t>Ingeniería de Electrica  · Taller de </a:t>
            </a:r>
            <a:r>
              <a:rPr lang="en-US" sz="1100" dirty="0" err="1">
                <a:solidFill>
                  <a:srgbClr val="FFFFFF"/>
                </a:solidFill>
              </a:rPr>
              <a:t>potencia</a:t>
            </a:r>
            <a:endParaRPr lang="en-US" sz="1100" dirty="0" err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BBFBF18-5E3C-3690-20BC-A0DF75BA2FF1}"/>
              </a:ext>
            </a:extLst>
          </p:cNvPr>
          <p:cNvSpPr/>
          <p:nvPr/>
        </p:nvSpPr>
        <p:spPr>
          <a:xfrm>
            <a:off x="8592539" y="4852582"/>
            <a:ext cx="549581" cy="287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>01</a:t>
            </a:r>
            <a:endParaRPr lang="en-US" sz="110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CONTENIDO DE LA PRESENTACIÓN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502920" cy="100584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E"/>
                </a:solidFill>
              </a:rPr>
              <a:t>Montaje y Equipos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6184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PowerFlex, motor y generador trifásico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502920" cy="100584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754880" y="1143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E"/>
                </a:solidFill>
              </a:rPr>
              <a:t>Puesta en Marcha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16184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Configuración y funcionamiento del sistema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3774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411480" y="2377440"/>
            <a:ext cx="502920" cy="100584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11480" y="23774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E"/>
                </a:solidFill>
              </a:rPr>
              <a:t>Perfiles de Viento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8529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Generación desde bases de datos reales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3774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4754880" y="2377440"/>
            <a:ext cx="502920" cy="100584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754880" y="23774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E"/>
                </a:solidFill>
              </a:rPr>
              <a:t>Comunicación &amp; SCADA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8529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Transmisión de datos y visualización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61188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411480" y="3611880"/>
            <a:ext cx="502920" cy="100584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411480" y="3611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E"/>
                </a:solidFill>
              </a:rPr>
              <a:t>Sensorica y Monitoreo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0873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V, I, P y temperatura en tiempo real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61188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4754880" y="3611880"/>
            <a:ext cx="502920" cy="100584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4754880" y="3611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E"/>
                </a:solidFill>
              </a:rPr>
              <a:t>Análisis Económico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40873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ea typeface="+mn-lt"/>
                <a:cs typeface="+mn-lt"/>
              </a:rPr>
              <a:t>Modelo para </a:t>
            </a:r>
            <a:r>
              <a:rPr lang="en-US" sz="1000" dirty="0" err="1">
                <a:solidFill>
                  <a:srgbClr val="94A3B8"/>
                </a:solidFill>
                <a:ea typeface="+mn-lt"/>
                <a:cs typeface="+mn-lt"/>
              </a:rPr>
              <a:t>maximizar</a:t>
            </a:r>
            <a:r>
              <a:rPr lang="en-US" sz="100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94A3B8"/>
                </a:solidFill>
                <a:ea typeface="+mn-lt"/>
                <a:cs typeface="+mn-lt"/>
              </a:rPr>
              <a:t>el</a:t>
            </a:r>
            <a:r>
              <a:rPr lang="en-US" sz="100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94A3B8"/>
                </a:solidFill>
                <a:ea typeface="+mn-lt"/>
                <a:cs typeface="+mn-lt"/>
              </a:rPr>
              <a:t>beneficio</a:t>
            </a:r>
            <a:r>
              <a:rPr lang="en-US" sz="100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94A3B8"/>
                </a:solidFill>
                <a:ea typeface="+mn-lt"/>
                <a:cs typeface="+mn-lt"/>
              </a:rPr>
              <a:t>neto</a:t>
            </a:r>
            <a:r>
              <a:rPr lang="en-US" sz="100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94A3B8"/>
                </a:solidFill>
                <a:ea typeface="+mn-lt"/>
                <a:cs typeface="+mn-lt"/>
              </a:rPr>
              <a:t>diario</a:t>
            </a:r>
            <a:endParaRPr lang="es-ES" dirty="0" err="1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65D57F82-2EC0-0FCC-19A7-E2C812E8AD31}"/>
              </a:ext>
            </a:extLst>
          </p:cNvPr>
          <p:cNvSpPr/>
          <p:nvPr/>
        </p:nvSpPr>
        <p:spPr>
          <a:xfrm>
            <a:off x="8623854" y="4876069"/>
            <a:ext cx="518266" cy="264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002060"/>
                </a:solidFill>
              </a:rPr>
              <a:t>02</a:t>
            </a:r>
            <a:endParaRPr lang="es-ES">
              <a:solidFill>
                <a:srgbClr val="00206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  |  MONTAJE Y EQUIPOS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515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2E"/>
                </a:solidFill>
              </a:rPr>
              <a:t>Descripción del Montaje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11480" y="1691640"/>
            <a:ext cx="39776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411480" y="1691640"/>
            <a:ext cx="3977640" cy="32004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502920" y="1728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Controlador PowerFlex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20756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Variador de frecuencia Allen Bradley para control de velocidad del motor.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1480" y="3108960"/>
            <a:ext cx="39776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411480" y="3108960"/>
            <a:ext cx="3977640" cy="32004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502920" y="3145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Motor Trifásico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34930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Actúa </a:t>
            </a:r>
            <a:r>
              <a:rPr lang="en-US" sz="1000" dirty="0" err="1">
                <a:solidFill>
                  <a:srgbClr val="94A3B8"/>
                </a:solidFill>
              </a:rPr>
              <a:t>como</a:t>
            </a:r>
            <a:r>
              <a:rPr lang="en-US" sz="1000" dirty="0">
                <a:solidFill>
                  <a:srgbClr val="94A3B8"/>
                </a:solidFill>
              </a:rPr>
              <a:t> </a:t>
            </a:r>
            <a:r>
              <a:rPr lang="en-US" sz="1000" dirty="0" err="1">
                <a:solidFill>
                  <a:srgbClr val="94A3B8"/>
                </a:solidFill>
              </a:rPr>
              <a:t>nuestro</a:t>
            </a:r>
            <a:r>
              <a:rPr lang="en-US" sz="1000" dirty="0">
                <a:solidFill>
                  <a:srgbClr val="94A3B8"/>
                </a:solidFill>
              </a:rPr>
              <a:t> Viento, </a:t>
            </a:r>
            <a:r>
              <a:rPr lang="en-US" sz="1000" dirty="0" err="1">
                <a:solidFill>
                  <a:srgbClr val="94A3B8"/>
                </a:solidFill>
              </a:rPr>
              <a:t>simulamos</a:t>
            </a:r>
            <a:r>
              <a:rPr lang="en-US" sz="1000" dirty="0">
                <a:solidFill>
                  <a:srgbClr val="94A3B8"/>
                </a:solidFill>
              </a:rPr>
              <a:t> la </a:t>
            </a:r>
            <a:r>
              <a:rPr lang="en-US" sz="1000" dirty="0" err="1">
                <a:solidFill>
                  <a:srgbClr val="94A3B8"/>
                </a:solidFill>
              </a:rPr>
              <a:t>velocidad</a:t>
            </a:r>
            <a:r>
              <a:rPr lang="en-US" sz="1000" dirty="0">
                <a:solidFill>
                  <a:srgbClr val="94A3B8"/>
                </a:solidFill>
              </a:rPr>
              <a:t> de la </a:t>
            </a:r>
            <a:r>
              <a:rPr lang="en-US" sz="1000" dirty="0" err="1">
                <a:solidFill>
                  <a:srgbClr val="94A3B8"/>
                </a:solidFill>
              </a:rPr>
              <a:t>turbina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1691640"/>
            <a:ext cx="39776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3"/>
          <p:cNvSpPr/>
          <p:nvPr/>
        </p:nvSpPr>
        <p:spPr>
          <a:xfrm>
            <a:off x="4663440" y="1691640"/>
            <a:ext cx="3977640" cy="320040"/>
          </a:xfrm>
          <a:prstGeom prst="rect">
            <a:avLst/>
          </a:prstGeom>
          <a:solidFill>
            <a:srgbClr val="1E344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4754880" y="1728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Generador Trifásico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54880" y="20756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Acoplado al motor para generar energía eléctrica AC.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3108960"/>
            <a:ext cx="39776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7"/>
          <p:cNvSpPr/>
          <p:nvPr/>
        </p:nvSpPr>
        <p:spPr>
          <a:xfrm>
            <a:off x="4663440" y="3108960"/>
            <a:ext cx="3977640" cy="320040"/>
          </a:xfrm>
          <a:prstGeom prst="rect">
            <a:avLst/>
          </a:prstGeom>
          <a:solidFill>
            <a:srgbClr val="1E344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8"/>
          <p:cNvSpPr/>
          <p:nvPr/>
        </p:nvSpPr>
        <p:spPr>
          <a:xfrm>
            <a:off x="4754880" y="3145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Convertidor AC/DC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54880" y="34930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Rectifica la salida trifásica del generador para caracterización.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A89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1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i="1" dirty="0" err="1">
                <a:solidFill>
                  <a:srgbClr val="FFFFFF"/>
                </a:solidFill>
              </a:rPr>
              <a:t>Montaje</a:t>
            </a:r>
            <a:r>
              <a:rPr lang="en-US" sz="1000" i="1" dirty="0">
                <a:solidFill>
                  <a:srgbClr val="FFFFFF"/>
                </a:solidFill>
              </a:rPr>
              <a:t> </a:t>
            </a:r>
            <a:r>
              <a:rPr lang="en-US" sz="1000" i="1" dirty="0" err="1">
                <a:solidFill>
                  <a:srgbClr val="FFFFFF"/>
                </a:solidFill>
              </a:rPr>
              <a:t>provisto</a:t>
            </a:r>
            <a:r>
              <a:rPr lang="en-US" sz="1000" i="1" dirty="0">
                <a:solidFill>
                  <a:srgbClr val="FFFFFF"/>
                </a:solidFill>
              </a:rPr>
              <a:t> </a:t>
            </a:r>
            <a:r>
              <a:rPr lang="en-US" sz="1000" i="1" dirty="0" err="1">
                <a:solidFill>
                  <a:srgbClr val="FFFFFF"/>
                </a:solidFill>
              </a:rPr>
              <a:t>por</a:t>
            </a:r>
            <a:r>
              <a:rPr lang="en-US" sz="1000" i="1" dirty="0">
                <a:solidFill>
                  <a:srgbClr val="FFFFFF"/>
                </a:solidFill>
              </a:rPr>
              <a:t> la Universidad de </a:t>
            </a:r>
            <a:r>
              <a:rPr lang="en-US" sz="1000" i="1" dirty="0" err="1">
                <a:solidFill>
                  <a:srgbClr val="FFFFFF"/>
                </a:solidFill>
              </a:rPr>
              <a:t>los</a:t>
            </a:r>
            <a:r>
              <a:rPr lang="en-US" sz="1000" i="1" dirty="0">
                <a:solidFill>
                  <a:srgbClr val="FFFFFF"/>
                </a:solidFill>
              </a:rPr>
              <a:t> Andes</a:t>
            </a:r>
            <a:endParaRPr lang="en-US" sz="1000" i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0E598411-53D4-F26B-1E0A-B8E56D942EA2}"/>
              </a:ext>
            </a:extLst>
          </p:cNvPr>
          <p:cNvSpPr/>
          <p:nvPr/>
        </p:nvSpPr>
        <p:spPr>
          <a:xfrm>
            <a:off x="8623854" y="4844754"/>
            <a:ext cx="518266" cy="295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002060"/>
                </a:solidFill>
              </a:rPr>
              <a:t>03</a:t>
            </a:r>
            <a:endParaRPr lang="es-ES">
              <a:solidFill>
                <a:srgbClr val="00206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  |  PUESTA EN MARCHA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502920" cy="502920"/>
          </a:xfrm>
          <a:prstGeom prst="ellipse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1600200"/>
            <a:ext cx="73152" cy="457200"/>
          </a:xfrm>
          <a:prstGeom prst="rect">
            <a:avLst/>
          </a:prstGeom>
          <a:solidFill>
            <a:srgbClr val="A8E6D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1051560" y="10515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2E"/>
                </a:solidFill>
              </a:rPr>
              <a:t>Parámetros PowerFlex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35331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Configuración de rampas de aceleración/desaceleración, límites de frecuencia y protecciones.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103120"/>
            <a:ext cx="502920" cy="502920"/>
          </a:xfrm>
          <a:prstGeom prst="ellipse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114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" y="2606040"/>
            <a:ext cx="73152" cy="457200"/>
          </a:xfrm>
          <a:prstGeom prst="rect">
            <a:avLst/>
          </a:prstGeom>
          <a:solidFill>
            <a:srgbClr val="A8E6D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1051560" y="20574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2E"/>
                </a:solidFill>
              </a:rPr>
              <a:t>Control de Velocidad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359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Referencia de velocidad enviada al variador para emular el comportamiento de una turbina.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108960"/>
            <a:ext cx="502920" cy="502920"/>
          </a:xfrm>
          <a:prstGeom prst="ellipse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114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" y="3611880"/>
            <a:ext cx="73152" cy="457200"/>
          </a:xfrm>
          <a:prstGeom prst="rect">
            <a:avLst/>
          </a:prstGeom>
          <a:solidFill>
            <a:srgbClr val="A8E6D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1051560" y="30632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2E"/>
                </a:solidFill>
              </a:rPr>
              <a:t>Acople Motor-Generador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3649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Verificación del torque mecánico y sincronización del eje motor-generador.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114800"/>
            <a:ext cx="502920" cy="502920"/>
          </a:xfrm>
          <a:prstGeom prst="ellipse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4114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069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2E"/>
                </a:solidFill>
              </a:rPr>
              <a:t>Caracterización AC/DC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43708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Medición de curvas V-I del convertidor bajo distintas condiciones de velocidad (frecuencia).</a:t>
            </a:r>
            <a:endParaRPr lang="en-US" sz="10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CE9E22F4-2976-BA35-650F-4091545A245D}"/>
              </a:ext>
            </a:extLst>
          </p:cNvPr>
          <p:cNvSpPr/>
          <p:nvPr/>
        </p:nvSpPr>
        <p:spPr>
          <a:xfrm>
            <a:off x="8623854" y="4883897"/>
            <a:ext cx="518266" cy="256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002060"/>
                </a:solidFill>
              </a:rPr>
              <a:t>04</a:t>
            </a:r>
            <a:endParaRPr lang="es-ES">
              <a:solidFill>
                <a:srgbClr val="00206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  |  PERFILES DE VIENTO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05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E"/>
                </a:solidFill>
              </a:rPr>
              <a:t>Fuente de Datos Reales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" y="1600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Se utilizaron bases de datos de viento reales para construir perfiles representativos de sitios con potencial eólico. Estos perfiles se convierten en referencias de velocidad para el variador PowerFlex.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1480" y="2331720"/>
            <a:ext cx="3977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6"/>
          <p:cNvSpPr/>
          <p:nvPr/>
        </p:nvSpPr>
        <p:spPr>
          <a:xfrm>
            <a:off x="411480" y="2331720"/>
            <a:ext cx="109728" cy="1051560"/>
          </a:xfrm>
          <a:prstGeom prst="rect">
            <a:avLst/>
          </a:prstGeom>
          <a:solidFill>
            <a:srgbClr val="14A89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612648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2E"/>
                </a:solidFill>
              </a:rPr>
              <a:t>Perfil Estacionario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2648" y="27706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Velocidad constante de referencia para pruebas base.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2331720"/>
            <a:ext cx="3977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4754880" y="2331720"/>
            <a:ext cx="109728" cy="1051560"/>
          </a:xfrm>
          <a:prstGeom prst="rect">
            <a:avLst/>
          </a:prstGeom>
          <a:solidFill>
            <a:srgbClr val="14A89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4956048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2E"/>
                </a:solidFill>
              </a:rPr>
              <a:t>Perfil Rampa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56048" y="27706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Aumento/caída gradual de velocidad simulando cambios de viento.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1480" y="3566160"/>
            <a:ext cx="3977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4"/>
          <p:cNvSpPr/>
          <p:nvPr/>
        </p:nvSpPr>
        <p:spPr>
          <a:xfrm>
            <a:off x="411480" y="3566160"/>
            <a:ext cx="109728" cy="1051560"/>
          </a:xfrm>
          <a:prstGeom prst="rect">
            <a:avLst/>
          </a:prstGeom>
          <a:solidFill>
            <a:srgbClr val="14A89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/>
          <p:nvPr/>
        </p:nvSpPr>
        <p:spPr>
          <a:xfrm>
            <a:off x="612648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2E"/>
                </a:solidFill>
              </a:rPr>
              <a:t>Perfil Ráfaga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2648" y="40050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Pico súbito de velocidad — prueba de respuesta dinámica.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54880" y="3566160"/>
            <a:ext cx="3977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8"/>
          <p:cNvSpPr/>
          <p:nvPr/>
        </p:nvSpPr>
        <p:spPr>
          <a:xfrm>
            <a:off x="4754880" y="3566160"/>
            <a:ext cx="109728" cy="1051560"/>
          </a:xfrm>
          <a:prstGeom prst="rect">
            <a:avLst/>
          </a:prstGeom>
          <a:solidFill>
            <a:srgbClr val="14A89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19"/>
          <p:cNvSpPr/>
          <p:nvPr/>
        </p:nvSpPr>
        <p:spPr>
          <a:xfrm>
            <a:off x="4956048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2E"/>
                </a:solidFill>
              </a:rPr>
              <a:t>Perfil Real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56048" y="40050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Serie temporal descargada de base de datos meteorológica.</a:t>
            </a:r>
            <a:endParaRPr lang="en-US" sz="10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005840"/>
            <a:ext cx="502920" cy="502920"/>
          </a:xfrm>
          <a:prstGeom prst="rect">
            <a:avLst/>
          </a:prstGeom>
        </p:spPr>
      </p:pic>
      <p:sp>
        <p:nvSpPr>
          <p:cNvPr id="26" name="Text 9">
            <a:extLst>
              <a:ext uri="{FF2B5EF4-FFF2-40B4-BE49-F238E27FC236}">
                <a16:creationId xmlns:a16="http://schemas.microsoft.com/office/drawing/2014/main" id="{73CFD362-A635-6291-0D2E-D2CA4E4B7D54}"/>
              </a:ext>
            </a:extLst>
          </p:cNvPr>
          <p:cNvSpPr/>
          <p:nvPr/>
        </p:nvSpPr>
        <p:spPr>
          <a:xfrm>
            <a:off x="8623854" y="4876069"/>
            <a:ext cx="518266" cy="264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002060"/>
                </a:solidFill>
              </a:rPr>
              <a:t>05</a:t>
            </a:r>
            <a:endParaRPr lang="es-ES">
              <a:solidFill>
                <a:srgbClr val="00206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25F156-EDD3-B2B5-2285-6C5DE146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7C55FE-099E-3040-2A23-FDA2B787C8DF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7E6C17E-4BC9-CD2A-70F6-4509A97775CC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644CBE-29DF-D0A9-647A-AF976D74952E}"/>
              </a:ext>
            </a:extLst>
          </p:cNvPr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  |  PERFILES DE VIENTO</a:t>
            </a:r>
            <a:endParaRPr lang="en-US" sz="180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667D1F6F-9D0C-894A-1EFA-47635F4A637F}"/>
              </a:ext>
            </a:extLst>
          </p:cNvPr>
          <p:cNvSpPr/>
          <p:nvPr/>
        </p:nvSpPr>
        <p:spPr>
          <a:xfrm>
            <a:off x="8623854" y="4876069"/>
            <a:ext cx="518266" cy="264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002060"/>
                </a:solidFill>
              </a:rPr>
              <a:t>06</a:t>
            </a:r>
            <a:endParaRPr lang="es-ES">
              <a:solidFill>
                <a:srgbClr val="002060"/>
              </a:solidFill>
              <a:ea typeface="Calibri"/>
              <a:cs typeface="Calibri"/>
            </a:endParaRPr>
          </a:p>
        </p:txBody>
      </p:sp>
      <p:pic>
        <p:nvPicPr>
          <p:cNvPr id="25" name="Imagen 2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79AD2063-6EF2-C176-C221-96C984100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123" y="1050068"/>
            <a:ext cx="8423753" cy="395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046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8A1E0-6D0E-3B02-4097-A8297031C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03BCC5-61CC-312E-712D-C9A6A4B8D0E5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78B67AD-2E30-08C4-9B03-A196C1DBD8FD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6522C10-2754-855C-3A43-10A511D7C25F}"/>
              </a:ext>
            </a:extLst>
          </p:cNvPr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  |  PERFILES DE VIENTO</a:t>
            </a:r>
            <a:endParaRPr lang="en-US" sz="180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84F4780F-80E5-DF07-AE98-48BE60578388}"/>
              </a:ext>
            </a:extLst>
          </p:cNvPr>
          <p:cNvSpPr/>
          <p:nvPr/>
        </p:nvSpPr>
        <p:spPr>
          <a:xfrm>
            <a:off x="8623854" y="4876069"/>
            <a:ext cx="518266" cy="264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002060"/>
                </a:solidFill>
              </a:rPr>
              <a:t>07</a:t>
            </a:r>
            <a:endParaRPr lang="es-ES">
              <a:solidFill>
                <a:srgbClr val="002060"/>
              </a:solidFill>
              <a:ea typeface="Calibri"/>
              <a:cs typeface="Calibri"/>
            </a:endParaRPr>
          </a:p>
        </p:txBody>
      </p:sp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63189908-00CF-31C1-171E-65BF9B1E4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58" y="1385594"/>
            <a:ext cx="7867912" cy="313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423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  |  COMUNICACIÓN Y SCADA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-3445" y="826843"/>
            <a:ext cx="9144000" cy="36576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960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Arquitectura de Comunicación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1480" y="1600200"/>
            <a:ext cx="1645920" cy="1097280"/>
          </a:xfrm>
          <a:prstGeom prst="rect">
            <a:avLst/>
          </a:prstGeom>
          <a:solidFill>
            <a:srgbClr val="1E3448"/>
          </a:solidFill>
          <a:ln w="12700">
            <a:solidFill>
              <a:srgbClr val="0D7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457200" y="16642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Base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Datos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2585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E6DF"/>
                </a:solidFill>
              </a:rPr>
              <a:t>Perfiles de viento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075688" y="2075688"/>
            <a:ext cx="502920" cy="54864"/>
          </a:xfrm>
          <a:prstGeom prst="rect">
            <a:avLst/>
          </a:prstGeom>
          <a:solidFill>
            <a:srgbClr val="14A89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2423160" y="196596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A899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0" y="1600200"/>
            <a:ext cx="1645920" cy="1097280"/>
          </a:xfrm>
          <a:prstGeom prst="rect">
            <a:avLst/>
          </a:prstGeom>
          <a:solidFill>
            <a:srgbClr val="1E3448"/>
          </a:solidFill>
          <a:ln w="12700">
            <a:solidFill>
              <a:srgbClr val="0D7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2788920" y="16642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Controlador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PowerFlex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88920" y="22585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E6DF"/>
                </a:solidFill>
              </a:rPr>
              <a:t>Referencia de velocidad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407408" y="2075688"/>
            <a:ext cx="502920" cy="54864"/>
          </a:xfrm>
          <a:prstGeom prst="rect">
            <a:avLst/>
          </a:prstGeom>
          <a:solidFill>
            <a:srgbClr val="14A89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4754880" y="196596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A899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74920" y="1600200"/>
            <a:ext cx="1645920" cy="1097280"/>
          </a:xfrm>
          <a:prstGeom prst="rect">
            <a:avLst/>
          </a:prstGeom>
          <a:solidFill>
            <a:srgbClr val="1E3448"/>
          </a:solidFill>
          <a:ln w="12700">
            <a:solidFill>
              <a:srgbClr val="0D7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/>
          <p:nvPr/>
        </p:nvSpPr>
        <p:spPr>
          <a:xfrm>
            <a:off x="5120640" y="16642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Motor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Generador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120640" y="22585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E6DF"/>
                </a:solidFill>
              </a:rPr>
              <a:t>Potencia generada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739128" y="2075688"/>
            <a:ext cx="502920" cy="54864"/>
          </a:xfrm>
          <a:prstGeom prst="rect">
            <a:avLst/>
          </a:prstGeom>
          <a:solidFill>
            <a:srgbClr val="14A89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8"/>
          <p:cNvSpPr/>
          <p:nvPr/>
        </p:nvSpPr>
        <p:spPr>
          <a:xfrm>
            <a:off x="7086600" y="196596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A899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406640" y="1600200"/>
            <a:ext cx="1645920" cy="1097280"/>
          </a:xfrm>
          <a:prstGeom prst="rect">
            <a:avLst/>
          </a:prstGeom>
          <a:solidFill>
            <a:srgbClr val="1E3448"/>
          </a:solidFill>
          <a:ln w="12700">
            <a:solidFill>
              <a:srgbClr val="0D7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Text 20"/>
          <p:cNvSpPr/>
          <p:nvPr/>
        </p:nvSpPr>
        <p:spPr>
          <a:xfrm>
            <a:off x="7452360" y="16642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SCADA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Otro Grupo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452360" y="22585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E6DF"/>
                </a:solidFill>
              </a:rPr>
              <a:t>Visualización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11480" y="2926080"/>
            <a:ext cx="8321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DF"/>
                </a:solidFill>
              </a:rPr>
              <a:t>▸  Protocolo de </a:t>
            </a:r>
            <a:r>
              <a:rPr lang="en-US" sz="1100" dirty="0" err="1">
                <a:solidFill>
                  <a:srgbClr val="A8E6DF"/>
                </a:solidFill>
              </a:rPr>
              <a:t>comunicación</a:t>
            </a:r>
            <a:r>
              <a:rPr lang="en-US" sz="1100" dirty="0">
                <a:solidFill>
                  <a:srgbClr val="A8E6DF"/>
                </a:solidFill>
              </a:rPr>
              <a:t> Modbus TCP/IP para </a:t>
            </a:r>
            <a:r>
              <a:rPr lang="en-US" sz="1100" dirty="0" err="1">
                <a:solidFill>
                  <a:srgbClr val="A8E6DF"/>
                </a:solidFill>
              </a:rPr>
              <a:t>envío</a:t>
            </a:r>
            <a:r>
              <a:rPr lang="en-US" sz="1100" dirty="0">
                <a:solidFill>
                  <a:srgbClr val="A8E6DF"/>
                </a:solidFill>
              </a:rPr>
              <a:t> de perfiles de velocidad al variador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▸  </a:t>
            </a:r>
            <a:r>
              <a:rPr lang="en-US" sz="1100" dirty="0" err="1">
                <a:solidFill>
                  <a:srgbClr val="FFFFFF"/>
                </a:solidFill>
              </a:rPr>
              <a:t>Transmisión</a:t>
            </a:r>
            <a:r>
              <a:rPr lang="en-US" sz="1100" dirty="0">
                <a:solidFill>
                  <a:srgbClr val="FFFFFF"/>
                </a:solidFill>
              </a:rPr>
              <a:t> y </a:t>
            </a:r>
            <a:r>
              <a:rPr lang="en-US" sz="1100" dirty="0" err="1">
                <a:solidFill>
                  <a:srgbClr val="FFFFFF"/>
                </a:solidFill>
              </a:rPr>
              <a:t>recepción</a:t>
            </a:r>
            <a:r>
              <a:rPr lang="en-US" sz="1100" dirty="0">
                <a:solidFill>
                  <a:srgbClr val="FFFFFF"/>
                </a:solidFill>
              </a:rPr>
              <a:t> en tiempo real de </a:t>
            </a:r>
            <a:r>
              <a:rPr lang="en-US" sz="1100" dirty="0" err="1">
                <a:solidFill>
                  <a:srgbClr val="FFFFFF"/>
                </a:solidFill>
              </a:rPr>
              <a:t>datos</a:t>
            </a:r>
            <a:r>
              <a:rPr lang="en-US" sz="1100" dirty="0">
                <a:solidFill>
                  <a:srgbClr val="FFFFFF"/>
                </a:solidFill>
              </a:rPr>
              <a:t> de </a:t>
            </a:r>
            <a:r>
              <a:rPr lang="en-US" sz="1100" dirty="0" err="1">
                <a:solidFill>
                  <a:srgbClr val="FFFFFF"/>
                </a:solidFill>
              </a:rPr>
              <a:t>parámetros</a:t>
            </a:r>
            <a:r>
              <a:rPr lang="en-US" sz="1100" dirty="0">
                <a:solidFill>
                  <a:srgbClr val="FFFFFF"/>
                </a:solidFill>
              </a:rPr>
              <a:t> de control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▸  El grupo receptor </a:t>
            </a:r>
            <a:r>
              <a:rPr lang="en-US" sz="1100" dirty="0" err="1">
                <a:solidFill>
                  <a:srgbClr val="FFFFFF"/>
                </a:solidFill>
              </a:rPr>
              <a:t>visualiza</a:t>
            </a:r>
            <a:r>
              <a:rPr lang="en-US" sz="1100" dirty="0">
                <a:solidFill>
                  <a:srgbClr val="FFFFFF"/>
                </a:solidFill>
              </a:rPr>
              <a:t> </a:t>
            </a:r>
            <a:r>
              <a:rPr lang="en-US" sz="1100" dirty="0" err="1">
                <a:solidFill>
                  <a:srgbClr val="FFFFFF"/>
                </a:solidFill>
              </a:rPr>
              <a:t>los</a:t>
            </a:r>
            <a:r>
              <a:rPr lang="en-US" sz="1100" dirty="0">
                <a:solidFill>
                  <a:srgbClr val="FFFFFF"/>
                </a:solidFill>
              </a:rPr>
              <a:t> </a:t>
            </a:r>
            <a:r>
              <a:rPr lang="en-US" sz="1100" dirty="0" err="1">
                <a:solidFill>
                  <a:srgbClr val="FFFFFF"/>
                </a:solidFill>
              </a:rPr>
              <a:t>parámetros</a:t>
            </a:r>
            <a:r>
              <a:rPr lang="en-US" sz="1100" dirty="0">
                <a:solidFill>
                  <a:srgbClr val="FFFFFF"/>
                </a:solidFill>
              </a:rPr>
              <a:t> del </a:t>
            </a:r>
            <a:r>
              <a:rPr lang="en-US" sz="1100" dirty="0" err="1">
                <a:solidFill>
                  <a:srgbClr val="FFFFFF"/>
                </a:solidFill>
              </a:rPr>
              <a:t>sistema</a:t>
            </a:r>
            <a:r>
              <a:rPr lang="en-US" sz="1100" dirty="0">
                <a:solidFill>
                  <a:srgbClr val="FFFFFF"/>
                </a:solidFill>
              </a:rPr>
              <a:t> </a:t>
            </a:r>
            <a:r>
              <a:rPr lang="en-US" sz="1100" dirty="0" err="1">
                <a:solidFill>
                  <a:srgbClr val="FFFFFF"/>
                </a:solidFill>
              </a:rPr>
              <a:t>en</a:t>
            </a:r>
            <a:r>
              <a:rPr lang="en-US" sz="1100" dirty="0">
                <a:solidFill>
                  <a:srgbClr val="FFFFFF"/>
                </a:solidFill>
              </a:rPr>
              <a:t> su sistema de supervisión</a:t>
            </a:r>
            <a:endParaRPr lang="en-US" sz="11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E6386222-DBC1-5DC2-3924-9FEAD0AEA68B}"/>
              </a:ext>
            </a:extLst>
          </p:cNvPr>
          <p:cNvSpPr/>
          <p:nvPr/>
        </p:nvSpPr>
        <p:spPr>
          <a:xfrm>
            <a:off x="8623854" y="4876069"/>
            <a:ext cx="518266" cy="264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chemeClr val="bg1"/>
                </a:solidFill>
              </a:rPr>
              <a:t>08</a:t>
            </a:r>
            <a:endParaRPr lang="es-E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  |  SENSORICA Y MONITOREO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9776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85800" cy="685800"/>
          </a:xfrm>
          <a:prstGeom prst="ellipse">
            <a:avLst/>
          </a:prstGeom>
          <a:solidFill>
            <a:srgbClr val="0B1F2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298448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1887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E"/>
                </a:solidFill>
              </a:rPr>
              <a:t>Voltaje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B429"/>
                </a:solidFill>
              </a:rPr>
              <a:t>V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71600" y="20116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Sensor de tensión en la salida DC del convertidor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54880" y="1051560"/>
            <a:ext cx="39776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4892040" y="1234440"/>
            <a:ext cx="685800" cy="685800"/>
          </a:xfrm>
          <a:prstGeom prst="ellipse">
            <a:avLst/>
          </a:prstGeom>
          <a:solidFill>
            <a:srgbClr val="0B1F2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298448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15000" y="11887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E"/>
                </a:solidFill>
              </a:rPr>
              <a:t>Corriente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71500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A899"/>
                </a:solidFill>
              </a:rPr>
              <a:t>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715000" y="20116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Sensor de corriente en el circuito de carga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11480" y="2880360"/>
            <a:ext cx="39776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548640" y="3063240"/>
            <a:ext cx="685800" cy="685800"/>
          </a:xfrm>
          <a:prstGeom prst="ellipse">
            <a:avLst/>
          </a:prstGeom>
          <a:solidFill>
            <a:srgbClr val="0B1F2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127248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0175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E"/>
                </a:solidFill>
              </a:rPr>
              <a:t>Potencia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371600" y="3337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A6B"/>
                </a:solidFill>
              </a:rPr>
              <a:t>W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371600" y="3840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Cálculo P = V × I con registro continuo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754880" y="2880360"/>
            <a:ext cx="39776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19"/>
          <p:cNvSpPr/>
          <p:nvPr/>
        </p:nvSpPr>
        <p:spPr>
          <a:xfrm>
            <a:off x="4892040" y="3063240"/>
            <a:ext cx="685800" cy="685800"/>
          </a:xfrm>
          <a:prstGeom prst="ellipse">
            <a:avLst/>
          </a:prstGeom>
          <a:solidFill>
            <a:srgbClr val="0B1F2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127248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715000" y="30175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E"/>
                </a:solidFill>
              </a:rPr>
              <a:t>Temperatura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715000" y="3337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39"/>
                </a:solidFill>
              </a:rPr>
              <a:t>°C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715000" y="3840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 err="1">
                <a:solidFill>
                  <a:srgbClr val="94A3B8"/>
                </a:solidFill>
              </a:rPr>
              <a:t>Termocupla</a:t>
            </a:r>
            <a:r>
              <a:rPr lang="en-US" sz="900" dirty="0">
                <a:solidFill>
                  <a:srgbClr val="94A3B8"/>
                </a:solidFill>
              </a:rPr>
              <a:t>  </a:t>
            </a:r>
            <a:r>
              <a:rPr lang="en-US" sz="900" dirty="0" err="1">
                <a:solidFill>
                  <a:srgbClr val="94A3B8"/>
                </a:solidFill>
              </a:rPr>
              <a:t>en</a:t>
            </a:r>
            <a:r>
              <a:rPr lang="en-US" sz="900" dirty="0">
                <a:solidFill>
                  <a:srgbClr val="94A3B8"/>
                </a:solidFill>
              </a:rPr>
              <a:t> </a:t>
            </a:r>
            <a:r>
              <a:rPr lang="en-US" sz="900" dirty="0" err="1">
                <a:solidFill>
                  <a:srgbClr val="94A3B8"/>
                </a:solidFill>
              </a:rPr>
              <a:t>el</a:t>
            </a:r>
            <a:r>
              <a:rPr lang="en-US" sz="900" dirty="0">
                <a:solidFill>
                  <a:srgbClr val="94A3B8"/>
                </a:solidFill>
              </a:rPr>
              <a:t> </a:t>
            </a:r>
            <a:r>
              <a:rPr lang="en-US" sz="900" dirty="0" err="1">
                <a:solidFill>
                  <a:srgbClr val="94A3B8"/>
                </a:solidFill>
              </a:rPr>
              <a:t>devanado</a:t>
            </a:r>
            <a:r>
              <a:rPr lang="en-US" sz="900" dirty="0">
                <a:solidFill>
                  <a:srgbClr val="94A3B8"/>
                </a:solidFill>
              </a:rPr>
              <a:t> del </a:t>
            </a:r>
            <a:r>
              <a:rPr lang="en-US" sz="900" dirty="0" err="1">
                <a:solidFill>
                  <a:srgbClr val="94A3B8"/>
                </a:solidFill>
              </a:rPr>
              <a:t>generador</a:t>
            </a:r>
            <a:endParaRPr lang="en-US" sz="900" dirty="0" err="1"/>
          </a:p>
        </p:txBody>
      </p:sp>
      <p:sp>
        <p:nvSpPr>
          <p:cNvPr id="29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4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Monitoreo en tiempo real durante toda la sesión de generación</a:t>
            </a:r>
            <a:endParaRPr lang="en-US" sz="1000" dirty="0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206AA3C2-E8DD-56B7-8F71-59774ED9FE7A}"/>
              </a:ext>
            </a:extLst>
          </p:cNvPr>
          <p:cNvSpPr/>
          <p:nvPr/>
        </p:nvSpPr>
        <p:spPr>
          <a:xfrm>
            <a:off x="8623854" y="4876069"/>
            <a:ext cx="518266" cy="264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002060"/>
                </a:solidFill>
              </a:rPr>
              <a:t>09</a:t>
            </a:r>
            <a:endParaRPr lang="es-ES">
              <a:solidFill>
                <a:srgbClr val="00206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787CED-0D68-067B-CB29-94AA9FB2A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7B2064D-C030-33B3-4B17-C002F225CCEC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86F8EA7-FEA2-BF75-97E7-90F40BDE9E96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9CFEE45-353D-0EFD-1FA0-901F10464AFE}"/>
              </a:ext>
            </a:extLst>
          </p:cNvPr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  |  SENSORICA Y MONITOREO</a:t>
            </a:r>
            <a:endParaRPr lang="en-US" sz="1800" dirty="0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6DB32378-95DC-E66D-ADEC-19FF043D9301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B4D77797-13AD-D27B-644E-1B910FEFC954}"/>
              </a:ext>
            </a:extLst>
          </p:cNvPr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Monitoreo en tiempo real durante toda la sesión de generación</a:t>
            </a:r>
            <a:endParaRPr lang="en-US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88F6ADC-1B3C-097E-7FF8-3024C1A00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440" y="919309"/>
            <a:ext cx="6609121" cy="3818297"/>
          </a:xfrm>
          <a:prstGeom prst="rect">
            <a:avLst/>
          </a:prstGeom>
        </p:spPr>
      </p:pic>
      <p:sp>
        <p:nvSpPr>
          <p:cNvPr id="6" name="Text 9">
            <a:extLst>
              <a:ext uri="{FF2B5EF4-FFF2-40B4-BE49-F238E27FC236}">
                <a16:creationId xmlns:a16="http://schemas.microsoft.com/office/drawing/2014/main" id="{CF11D7CB-D5EC-DAB2-8A1F-01E8D1D1DE4C}"/>
              </a:ext>
            </a:extLst>
          </p:cNvPr>
          <p:cNvSpPr/>
          <p:nvPr/>
        </p:nvSpPr>
        <p:spPr>
          <a:xfrm>
            <a:off x="8623854" y="4876069"/>
            <a:ext cx="518266" cy="264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002060"/>
                </a:solidFill>
              </a:rPr>
              <a:t>10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4105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8755C-5136-B426-9763-77FF9C6C5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321AEE-40F9-1EEE-572B-79370FDE359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D83D2E-6DAE-FE9C-B63C-A632A8ABC09C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1F1EBC1-A2A9-AE5D-4B62-1B4ACDA446EA}"/>
              </a:ext>
            </a:extLst>
          </p:cNvPr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  |  SENSORICA Y MONITOREO</a:t>
            </a:r>
            <a:endParaRPr lang="en-US" sz="1800" dirty="0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627770E3-93B0-979C-2C2E-9912C608E415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5F76F3-1F2A-D48F-0BD9-35BA943FF1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65" b="2306"/>
          <a:stretch>
            <a:fillRect/>
          </a:stretch>
        </p:blipFill>
        <p:spPr>
          <a:xfrm>
            <a:off x="1180078" y="1079327"/>
            <a:ext cx="6786370" cy="3646297"/>
          </a:xfrm>
          <a:prstGeom prst="rect">
            <a:avLst/>
          </a:prstGeom>
        </p:spPr>
      </p:pic>
      <p:sp>
        <p:nvSpPr>
          <p:cNvPr id="7" name="Text 9">
            <a:extLst>
              <a:ext uri="{FF2B5EF4-FFF2-40B4-BE49-F238E27FC236}">
                <a16:creationId xmlns:a16="http://schemas.microsoft.com/office/drawing/2014/main" id="{B0895A83-DDAB-6B2B-97F8-02166DA05F19}"/>
              </a:ext>
            </a:extLst>
          </p:cNvPr>
          <p:cNvSpPr/>
          <p:nvPr/>
        </p:nvSpPr>
        <p:spPr>
          <a:xfrm>
            <a:off x="8623854" y="4876069"/>
            <a:ext cx="518266" cy="264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002060"/>
                </a:solidFill>
              </a:rPr>
              <a:t>11</a:t>
            </a:r>
            <a:endParaRPr lang="es-ES">
              <a:solidFill>
                <a:srgbClr val="00206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3632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  |  ANÁLISIS ECONÓMICO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05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0B1F2E"/>
                </a:solidFill>
                <a:ea typeface="+mn-lt"/>
                <a:cs typeface="+mn-lt"/>
              </a:rPr>
              <a:t>Ingresos</a:t>
            </a:r>
            <a:r>
              <a:rPr lang="en-US" sz="1400" b="1" dirty="0">
                <a:solidFill>
                  <a:srgbClr val="0B1F2E"/>
                </a:solidFill>
                <a:ea typeface="+mn-lt"/>
                <a:cs typeface="+mn-lt"/>
              </a:rPr>
              <a:t>, </a:t>
            </a:r>
            <a:r>
              <a:rPr lang="en-US" sz="1400" b="1" dirty="0" err="1">
                <a:solidFill>
                  <a:srgbClr val="0B1F2E"/>
                </a:solidFill>
                <a:ea typeface="+mn-lt"/>
                <a:cs typeface="+mn-lt"/>
              </a:rPr>
              <a:t>costos</a:t>
            </a:r>
            <a:r>
              <a:rPr lang="en-US" sz="1400" b="1" dirty="0">
                <a:solidFill>
                  <a:srgbClr val="0B1F2E"/>
                </a:solidFill>
                <a:ea typeface="+mn-lt"/>
                <a:cs typeface="+mn-lt"/>
              </a:rPr>
              <a:t> variables y </a:t>
            </a:r>
            <a:r>
              <a:rPr lang="en-US" sz="1400" b="1" dirty="0" err="1">
                <a:solidFill>
                  <a:srgbClr val="0B1F2E"/>
                </a:solidFill>
                <a:ea typeface="+mn-lt"/>
                <a:cs typeface="+mn-lt"/>
              </a:rPr>
              <a:t>beneficio</a:t>
            </a:r>
            <a:r>
              <a:rPr lang="en-US" sz="1400" b="1" dirty="0">
                <a:solidFill>
                  <a:srgbClr val="0B1F2E"/>
                </a:solidFill>
                <a:ea typeface="+mn-lt"/>
                <a:cs typeface="+mn-lt"/>
              </a:rPr>
              <a:t> </a:t>
            </a:r>
            <a:r>
              <a:rPr lang="en-US" sz="1400" b="1" dirty="0" err="1">
                <a:solidFill>
                  <a:srgbClr val="0B1F2E"/>
                </a:solidFill>
                <a:ea typeface="+mn-lt"/>
                <a:cs typeface="+mn-lt"/>
              </a:rPr>
              <a:t>neto</a:t>
            </a:r>
            <a:r>
              <a:rPr lang="en-US" sz="1400" b="1" dirty="0">
                <a:solidFill>
                  <a:srgbClr val="0B1F2E"/>
                </a:solidFill>
                <a:ea typeface="+mn-lt"/>
                <a:cs typeface="+mn-lt"/>
              </a:rPr>
              <a:t> </a:t>
            </a:r>
            <a:r>
              <a:rPr lang="en-US" sz="1400" b="1" dirty="0" err="1">
                <a:solidFill>
                  <a:srgbClr val="0B1F2E"/>
                </a:solidFill>
                <a:ea typeface="+mn-lt"/>
                <a:cs typeface="+mn-lt"/>
              </a:rPr>
              <a:t>por</a:t>
            </a:r>
            <a:r>
              <a:rPr lang="en-US" sz="1400" b="1" dirty="0">
                <a:solidFill>
                  <a:srgbClr val="0B1F2E"/>
                </a:solidFill>
                <a:ea typeface="+mn-lt"/>
                <a:cs typeface="+mn-lt"/>
              </a:rPr>
              <a:t> hora.</a:t>
            </a:r>
            <a:endParaRPr lang="es-ES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488B6E9C-0D34-02D8-220C-3A111B2ACA62}"/>
              </a:ext>
            </a:extLst>
          </p:cNvPr>
          <p:cNvSpPr/>
          <p:nvPr/>
        </p:nvSpPr>
        <p:spPr>
          <a:xfrm>
            <a:off x="8623854" y="4876069"/>
            <a:ext cx="518266" cy="264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002060"/>
                </a:solidFill>
              </a:rPr>
              <a:t>12</a:t>
            </a:r>
            <a:endParaRPr lang="es-ES">
              <a:solidFill>
                <a:srgbClr val="002060"/>
              </a:solidFill>
              <a:ea typeface="Calibri"/>
              <a:cs typeface="Calibri"/>
            </a:endParaRPr>
          </a:p>
        </p:txBody>
      </p:sp>
      <p:pic>
        <p:nvPicPr>
          <p:cNvPr id="27" name="Imagen 26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71B5E4D4-5196-A130-2F68-D51837AB02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219" r="106" b="1187"/>
          <a:stretch>
            <a:fillRect/>
          </a:stretch>
        </p:blipFill>
        <p:spPr>
          <a:xfrm>
            <a:off x="900308" y="1624469"/>
            <a:ext cx="7351227" cy="33774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6A663F-DEBF-FE85-E558-0E1A60892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33BC46-BBE6-6138-EA4E-E2F62124A740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C6513AE-5314-8840-121B-F66482ABC06E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8F9D68B-EBFE-C152-34F6-885B07B1E04B}"/>
              </a:ext>
            </a:extLst>
          </p:cNvPr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  |  ANÁLISIS ECONÓMICO</a:t>
            </a:r>
            <a:endParaRPr lang="en-US" sz="18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0AEF0D4-1630-87BA-7CF7-5EA06734D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502920" cy="50292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7EF81A5B-EA5D-E86D-2C58-1DEE500B8070}"/>
              </a:ext>
            </a:extLst>
          </p:cNvPr>
          <p:cNvSpPr/>
          <p:nvPr/>
        </p:nvSpPr>
        <p:spPr>
          <a:xfrm>
            <a:off x="1051560" y="102932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0B1F2E"/>
                </a:solidFill>
                <a:ea typeface="+mn-lt"/>
                <a:cs typeface="+mn-lt"/>
              </a:rPr>
              <a:t>Indicadores</a:t>
            </a:r>
            <a:r>
              <a:rPr lang="en-US" sz="1400" b="1" dirty="0">
                <a:solidFill>
                  <a:srgbClr val="0B1F2E"/>
                </a:solidFill>
                <a:ea typeface="+mn-lt"/>
                <a:cs typeface="+mn-lt"/>
              </a:rPr>
              <a:t> </a:t>
            </a:r>
            <a:r>
              <a:rPr lang="en-US" sz="1400" b="1" dirty="0" err="1">
                <a:solidFill>
                  <a:srgbClr val="0B1F2E"/>
                </a:solidFill>
                <a:ea typeface="+mn-lt"/>
                <a:cs typeface="+mn-lt"/>
              </a:rPr>
              <a:t>económicos</a:t>
            </a:r>
            <a:r>
              <a:rPr lang="en-US" sz="1400" b="1" dirty="0">
                <a:solidFill>
                  <a:srgbClr val="0B1F2E"/>
                </a:solidFill>
                <a:ea typeface="+mn-lt"/>
                <a:cs typeface="+mn-lt"/>
              </a:rPr>
              <a:t> </a:t>
            </a:r>
            <a:r>
              <a:rPr lang="en-US" sz="1400" b="1" dirty="0" err="1">
                <a:solidFill>
                  <a:srgbClr val="0B1F2E"/>
                </a:solidFill>
                <a:ea typeface="+mn-lt"/>
                <a:cs typeface="+mn-lt"/>
              </a:rPr>
              <a:t>resumidos</a:t>
            </a:r>
            <a:r>
              <a:rPr lang="en-US" sz="1400" b="1" dirty="0">
                <a:solidFill>
                  <a:srgbClr val="0B1F2E"/>
                </a:solidFill>
                <a:ea typeface="+mn-lt"/>
                <a:cs typeface="+mn-lt"/>
              </a:rPr>
              <a:t> del </a:t>
            </a:r>
            <a:r>
              <a:rPr lang="en-US" sz="1400" b="1" dirty="0" err="1">
                <a:solidFill>
                  <a:srgbClr val="0B1F2E"/>
                </a:solidFill>
                <a:ea typeface="+mn-lt"/>
                <a:cs typeface="+mn-lt"/>
              </a:rPr>
              <a:t>subsistema</a:t>
            </a:r>
            <a:r>
              <a:rPr lang="en-US" sz="1400" b="1" dirty="0">
                <a:solidFill>
                  <a:srgbClr val="0B1F2E"/>
                </a:solidFill>
                <a:ea typeface="+mn-lt"/>
                <a:cs typeface="+mn-lt"/>
              </a:rPr>
              <a:t> </a:t>
            </a:r>
            <a:r>
              <a:rPr lang="en-US" sz="1400" b="1" dirty="0" err="1">
                <a:solidFill>
                  <a:srgbClr val="0B1F2E"/>
                </a:solidFill>
                <a:ea typeface="+mn-lt"/>
                <a:cs typeface="+mn-lt"/>
              </a:rPr>
              <a:t>eólico</a:t>
            </a:r>
            <a:endParaRPr lang="es-ES" dirty="0" err="1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46C946FF-2EF8-5816-7FB9-D62DEBAAB249}"/>
              </a:ext>
            </a:extLst>
          </p:cNvPr>
          <p:cNvSpPr/>
          <p:nvPr/>
        </p:nvSpPr>
        <p:spPr>
          <a:xfrm>
            <a:off x="8623854" y="4876069"/>
            <a:ext cx="518266" cy="264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002060"/>
                </a:solidFill>
              </a:rPr>
              <a:t>13</a:t>
            </a:r>
            <a:endParaRPr lang="es-ES">
              <a:solidFill>
                <a:srgbClr val="002060"/>
              </a:solidFill>
              <a:ea typeface="Calibri"/>
              <a:cs typeface="Calibri"/>
            </a:endParaRPr>
          </a:p>
        </p:txBody>
      </p:sp>
      <p:pic>
        <p:nvPicPr>
          <p:cNvPr id="7" name="Imagen 6" descr="Tabla&#10;&#10;El contenido generado por IA puede ser incorrecto.">
            <a:extLst>
              <a:ext uri="{FF2B5EF4-FFF2-40B4-BE49-F238E27FC236}">
                <a16:creationId xmlns:a16="http://schemas.microsoft.com/office/drawing/2014/main" id="{43E3D198-51A5-3B8C-02A0-EBA9E5D8D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1630472"/>
            <a:ext cx="51816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351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303520" y="731520"/>
            <a:ext cx="4114800" cy="4114800"/>
          </a:xfrm>
          <a:prstGeom prst="ellipse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9144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A8E6DF"/>
                </a:solidFill>
              </a:rPr>
              <a:t>CONCLUSIONES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" y="1417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Resultados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Alcanzados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11480" y="278892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DF"/>
                </a:solidFill>
              </a:rPr>
              <a:t>✓  Sistema funcionando de extremo a extremo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320040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Perfiles de viento asignados y transmitidos correctamente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36118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Monitoreo en tiempo real operativo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40233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Análisis económico de viabilidad completado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4663440"/>
            <a:ext cx="5943600" cy="36576"/>
          </a:xfrm>
          <a:prstGeom prst="rect">
            <a:avLst/>
          </a:prstGeom>
          <a:solidFill>
            <a:srgbClr val="0D7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1974704-D5C4-477C-1068-055DC0E1FBB7}"/>
              </a:ext>
            </a:extLst>
          </p:cNvPr>
          <p:cNvSpPr/>
          <p:nvPr/>
        </p:nvSpPr>
        <p:spPr>
          <a:xfrm>
            <a:off x="8623854" y="4876069"/>
            <a:ext cx="518266" cy="264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chemeClr val="bg1"/>
                </a:solidFill>
              </a:rPr>
              <a:t>14</a:t>
            </a:r>
            <a:endParaRPr lang="es-E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569</Words>
  <Application>Microsoft Office PowerPoint</Application>
  <PresentationFormat>Presentación en pantalla (16:9)</PresentationFormat>
  <Paragraphs>124</Paragraphs>
  <Slides>14</Slides>
  <Notes>14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Simulación de Turbina Eólica</dc:title>
  <dc:subject>PptxGenJS Presentation</dc:subject>
  <dc:creator>PptxGenJS</dc:creator>
  <cp:lastModifiedBy>Jonathan David Gonzalez Cubides</cp:lastModifiedBy>
  <cp:revision>125</cp:revision>
  <dcterms:created xsi:type="dcterms:W3CDTF">2026-05-09T18:33:30Z</dcterms:created>
  <dcterms:modified xsi:type="dcterms:W3CDTF">2026-05-11T13:39:08Z</dcterms:modified>
</cp:coreProperties>
</file>